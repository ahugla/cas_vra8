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95" r:id="rId4"/>
  </p:sldMasterIdLst>
  <p:notesMasterIdLst>
    <p:notesMasterId r:id="rId6"/>
  </p:notesMasterIdLst>
  <p:handoutMasterIdLst>
    <p:handoutMasterId r:id="rId7"/>
  </p:handoutMasterIdLst>
  <p:sldIdLst>
    <p:sldId id="2026819434" r:id="rId5"/>
  </p:sldIdLst>
  <p:sldSz cx="12188825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3" clrIdx="1"/>
  <p:cmAuthor id="3" name="Wendy Ouellette" initials="WO" lastIdx="1" clrIdx="2">
    <p:extLst>
      <p:ext uri="{19B8F6BF-5375-455C-9EA6-DF929625EA0E}">
        <p15:presenceInfo xmlns:p15="http://schemas.microsoft.com/office/powerpoint/2012/main" userId="S::wouellette@vmware.com::1423423b-46e9-448d-b172-f148f3fbf4f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B"/>
    <a:srgbClr val="CC092F"/>
    <a:srgbClr val="E2E3E4"/>
    <a:srgbClr val="E68C28"/>
    <a:srgbClr val="FFFFFF"/>
    <a:srgbClr val="53565A"/>
    <a:srgbClr val="37FF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4987" autoAdjust="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Metropolis" panose="00000500000000000000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04553-04C5-4BB3-AD4E-8B2EF3CDDAF9}" type="datetimeFigureOut">
              <a:rPr lang="en-US" smtClean="0">
                <a:latin typeface="Metropolis" panose="00000500000000000000" pitchFamily="50" charset="0"/>
              </a:rPr>
              <a:t>11/20/2025</a:t>
            </a:fld>
            <a:endParaRPr lang="en-US">
              <a:latin typeface="Metropolis" panose="00000500000000000000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Metropolis" panose="00000500000000000000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A881F-0910-47D3-BD01-4F68834EC353}" type="slidenum">
              <a:rPr lang="en-US" smtClean="0">
                <a:latin typeface="Metropolis" panose="00000500000000000000" pitchFamily="50" charset="0"/>
              </a:rPr>
              <a:t>‹#›</a:t>
            </a:fld>
            <a:endParaRPr lang="en-US">
              <a:latin typeface="Metropolis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66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tropolis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tropolis" panose="00000500000000000000" pitchFamily="50" charset="0"/>
              </a:defRPr>
            </a:lvl1pPr>
          </a:lstStyle>
          <a:p>
            <a:fld id="{3CB6F0DB-E055-41D0-9102-627A646E4242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tropolis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tropolis" panose="00000500000000000000" pitchFamily="50" charset="0"/>
              </a:defRPr>
            </a:lvl1pPr>
          </a:lstStyle>
          <a:p>
            <a:fld id="{9F4FBC3A-A12C-40F9-BB8D-BC30C79013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0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CF-light-title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purple logo&#10;&#10;AI-generated content may be incorrect.">
            <a:extLst>
              <a:ext uri="{FF2B5EF4-FFF2-40B4-BE49-F238E27FC236}">
                <a16:creationId xmlns:a16="http://schemas.microsoft.com/office/drawing/2014/main" id="{088E83B3-06E8-3422-25B9-678291A064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893"/>
            <a:ext cx="12188825" cy="6856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7B8C08-E55B-5997-3ADB-17EE656EFF8A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sp>
        <p:nvSpPr>
          <p:cNvPr id="2" name="Title click to edit"/>
          <p:cNvSpPr>
            <a:spLocks noGrp="1"/>
          </p:cNvSpPr>
          <p:nvPr>
            <p:ph type="title" hasCustomPrompt="1"/>
          </p:nvPr>
        </p:nvSpPr>
        <p:spPr>
          <a:xfrm>
            <a:off x="633266" y="1701846"/>
            <a:ext cx="4735225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Slide – Light Theme</a:t>
            </a:r>
          </a:p>
        </p:txBody>
      </p:sp>
      <p:sp>
        <p:nvSpPr>
          <p:cNvPr id="128" name="Subtitle click to edit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34245" y="2986547"/>
            <a:ext cx="474783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placeholder</a:t>
            </a:r>
          </a:p>
        </p:txBody>
      </p:sp>
      <p:sp>
        <p:nvSpPr>
          <p:cNvPr id="7" name="Click to edit Speaker Name ">
            <a:extLst>
              <a:ext uri="{FF2B5EF4-FFF2-40B4-BE49-F238E27FC236}">
                <a16:creationId xmlns:a16="http://schemas.microsoft.com/office/drawing/2014/main" id="{DEA43E1E-B208-4DC4-9D6A-01669D00D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4831" y="4737425"/>
            <a:ext cx="5012995" cy="355601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Speaker Name (Insert pronouns)</a:t>
            </a:r>
          </a:p>
        </p:txBody>
      </p:sp>
      <p:sp>
        <p:nvSpPr>
          <p:cNvPr id="129" name="Click to edit role">
            <a:extLst>
              <a:ext uri="{FF2B5EF4-FFF2-40B4-BE49-F238E27FC236}">
                <a16:creationId xmlns:a16="http://schemas.microsoft.com/office/drawing/2014/main" id="{2111BB8B-7B37-4FB4-B2CD-984FE1C6C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831" y="5117480"/>
            <a:ext cx="5012995" cy="355601"/>
          </a:xfrm>
        </p:spPr>
        <p:txBody>
          <a:bodyPr anchor="ctr"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Role / Division, Broadcom</a:t>
            </a:r>
          </a:p>
        </p:txBody>
      </p:sp>
      <p:sp>
        <p:nvSpPr>
          <p:cNvPr id="18" name="Click to edit role">
            <a:extLst>
              <a:ext uri="{FF2B5EF4-FFF2-40B4-BE49-F238E27FC236}">
                <a16:creationId xmlns:a16="http://schemas.microsoft.com/office/drawing/2014/main" id="{006FF8D0-7AF6-C549-9BFB-E838D6CDC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4831" y="5485986"/>
            <a:ext cx="5012995" cy="355601"/>
          </a:xfrm>
        </p:spPr>
        <p:txBody>
          <a:bodyPr anchor="ctr"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55" name="Graphic 8">
            <a:extLst>
              <a:ext uri="{FF2B5EF4-FFF2-40B4-BE49-F238E27FC236}">
                <a16:creationId xmlns:a16="http://schemas.microsoft.com/office/drawing/2014/main" id="{BAF838CA-49F3-885B-C026-D4C6B5E51AA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6" name="Graphic 8">
              <a:extLst>
                <a:ext uri="{FF2B5EF4-FFF2-40B4-BE49-F238E27FC236}">
                  <a16:creationId xmlns:a16="http://schemas.microsoft.com/office/drawing/2014/main" id="{91AFFF59-3E20-ED5A-C64D-6AD2EC10FA7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26A3A367-AF7A-3CE1-7219-BF42CFB83015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87557BA2-6363-9310-7758-7E46B2725CB3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98E3995A-00E8-9970-E347-1DB033726417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E557F3F2-0097-5608-0D6B-ADBD20A05750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A1EE9404-4BD9-8680-1C8A-3B583B49285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FC84855E-D060-5D16-8F8D-2BD34D9B94F5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031F79CD-4C5E-D24F-635E-7A7B4878110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DAD1797E-9105-FA8E-4A81-FDC253F04EA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6CDD0DC3-97C4-C10E-1058-099303CC93F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CEBC9053-842B-8221-2B9E-1E02856F997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7" name="Graphic 8">
              <a:extLst>
                <a:ext uri="{FF2B5EF4-FFF2-40B4-BE49-F238E27FC236}">
                  <a16:creationId xmlns:a16="http://schemas.microsoft.com/office/drawing/2014/main" id="{C3D6A2E6-7175-657A-FFEE-732370A03645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6EE5B3D8-4F75-F4A5-6852-90C7E67B399F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D359421-6F5E-68EB-A130-9078431086FE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3B593B1C-97BF-E3FD-9202-FAE7DC7D404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684036B4-CA32-5C66-D108-9873B6C3702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76DBD31D-FDBB-F787-B22E-2F397F09B54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98164034-B26F-5ACB-9B90-EBBD1F9B1137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347DB589-B53E-03EB-2555-D38B1A06D8EF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BAF838CA-49F3-885B-C026-D4C6B5E51AA9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91AFFF59-3E20-ED5A-C64D-6AD2EC10FA7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26A3A367-AF7A-3CE1-7219-BF42CFB83015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87557BA2-6363-9310-7758-7E46B2725CB3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98E3995A-00E8-9970-E347-1DB033726417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E557F3F2-0097-5608-0D6B-ADBD20A05750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A1EE9404-4BD9-8680-1C8A-3B583B49285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FC84855E-D060-5D16-8F8D-2BD34D9B94F5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031F79CD-4C5E-D24F-635E-7A7B4878110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AD1797E-9105-FA8E-4A81-FDC253F04EA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6CDD0DC3-97C4-C10E-1058-099303CC93F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CEBC9053-842B-8221-2B9E-1E02856F997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C3D6A2E6-7175-657A-FFEE-732370A03645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6EE5B3D8-4F75-F4A5-6852-90C7E67B399F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D359421-6F5E-68EB-A130-9078431086FE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B593B1C-97BF-E3FD-9202-FAE7DC7D404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84036B4-CA32-5C66-D108-9873B6C3702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76DBD31D-FDBB-F787-B22E-2F397F09B54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98164034-B26F-5ACB-9B90-EBBD1F9B1137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47DB589-B53E-03EB-2555-D38B1A06D8EF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7A74F6F2-D5AA-DDD5-DBE7-9788B252F9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66" y="570134"/>
            <a:ext cx="2857719" cy="56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8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VCF-light-title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C7B8C08-E55B-5997-3ADB-17EE656EFF8A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sp>
        <p:nvSpPr>
          <p:cNvPr id="2" name="Title click to edit"/>
          <p:cNvSpPr>
            <a:spLocks noGrp="1"/>
          </p:cNvSpPr>
          <p:nvPr>
            <p:ph type="title" hasCustomPrompt="1"/>
          </p:nvPr>
        </p:nvSpPr>
        <p:spPr>
          <a:xfrm>
            <a:off x="633266" y="1701846"/>
            <a:ext cx="4735225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Slide – Light Theme</a:t>
            </a:r>
          </a:p>
        </p:txBody>
      </p:sp>
      <p:sp>
        <p:nvSpPr>
          <p:cNvPr id="128" name="Subtitle click to edit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34245" y="2986547"/>
            <a:ext cx="474783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placeholder</a:t>
            </a:r>
          </a:p>
        </p:txBody>
      </p:sp>
      <p:sp>
        <p:nvSpPr>
          <p:cNvPr id="7" name="Click to edit Speaker Name ">
            <a:extLst>
              <a:ext uri="{FF2B5EF4-FFF2-40B4-BE49-F238E27FC236}">
                <a16:creationId xmlns:a16="http://schemas.microsoft.com/office/drawing/2014/main" id="{DEA43E1E-B208-4DC4-9D6A-01669D00D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4831" y="4737425"/>
            <a:ext cx="5012995" cy="355601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Speaker Name (Insert pronouns)</a:t>
            </a:r>
          </a:p>
        </p:txBody>
      </p:sp>
      <p:sp>
        <p:nvSpPr>
          <p:cNvPr id="129" name="Click to edit role">
            <a:extLst>
              <a:ext uri="{FF2B5EF4-FFF2-40B4-BE49-F238E27FC236}">
                <a16:creationId xmlns:a16="http://schemas.microsoft.com/office/drawing/2014/main" id="{2111BB8B-7B37-4FB4-B2CD-984FE1C6C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831" y="5117480"/>
            <a:ext cx="5012995" cy="355601"/>
          </a:xfrm>
        </p:spPr>
        <p:txBody>
          <a:bodyPr anchor="ctr"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Role / Division, Broadcom</a:t>
            </a:r>
          </a:p>
        </p:txBody>
      </p:sp>
      <p:sp>
        <p:nvSpPr>
          <p:cNvPr id="18" name="Click to edit role">
            <a:extLst>
              <a:ext uri="{FF2B5EF4-FFF2-40B4-BE49-F238E27FC236}">
                <a16:creationId xmlns:a16="http://schemas.microsoft.com/office/drawing/2014/main" id="{006FF8D0-7AF6-C549-9BFB-E838D6CDC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4831" y="5485986"/>
            <a:ext cx="5012995" cy="355601"/>
          </a:xfrm>
        </p:spPr>
        <p:txBody>
          <a:bodyPr anchor="ctr"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55" name="Graphic 8">
            <a:extLst>
              <a:ext uri="{FF2B5EF4-FFF2-40B4-BE49-F238E27FC236}">
                <a16:creationId xmlns:a16="http://schemas.microsoft.com/office/drawing/2014/main" id="{BAF838CA-49F3-885B-C026-D4C6B5E51AA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6" name="Graphic 8">
              <a:extLst>
                <a:ext uri="{FF2B5EF4-FFF2-40B4-BE49-F238E27FC236}">
                  <a16:creationId xmlns:a16="http://schemas.microsoft.com/office/drawing/2014/main" id="{91AFFF59-3E20-ED5A-C64D-6AD2EC10FA7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26A3A367-AF7A-3CE1-7219-BF42CFB83015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87557BA2-6363-9310-7758-7E46B2725CB3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98E3995A-00E8-9970-E347-1DB033726417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E557F3F2-0097-5608-0D6B-ADBD20A05750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A1EE9404-4BD9-8680-1C8A-3B583B49285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FC84855E-D060-5D16-8F8D-2BD34D9B94F5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031F79CD-4C5E-D24F-635E-7A7B4878110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DAD1797E-9105-FA8E-4A81-FDC253F04EA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6CDD0DC3-97C4-C10E-1058-099303CC93F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CEBC9053-842B-8221-2B9E-1E02856F997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7" name="Graphic 8">
              <a:extLst>
                <a:ext uri="{FF2B5EF4-FFF2-40B4-BE49-F238E27FC236}">
                  <a16:creationId xmlns:a16="http://schemas.microsoft.com/office/drawing/2014/main" id="{C3D6A2E6-7175-657A-FFEE-732370A03645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6EE5B3D8-4F75-F4A5-6852-90C7E67B399F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D359421-6F5E-68EB-A130-9078431086FE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3B593B1C-97BF-E3FD-9202-FAE7DC7D404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684036B4-CA32-5C66-D108-9873B6C3702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76DBD31D-FDBB-F787-B22E-2F397F09B54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98164034-B26F-5ACB-9B90-EBBD1F9B1137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347DB589-B53E-03EB-2555-D38B1A06D8EF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BAF838CA-49F3-885B-C026-D4C6B5E51AA9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91AFFF59-3E20-ED5A-C64D-6AD2EC10FA7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26A3A367-AF7A-3CE1-7219-BF42CFB83015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87557BA2-6363-9310-7758-7E46B2725CB3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98E3995A-00E8-9970-E347-1DB033726417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E557F3F2-0097-5608-0D6B-ADBD20A05750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A1EE9404-4BD9-8680-1C8A-3B583B49285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FC84855E-D060-5D16-8F8D-2BD34D9B94F5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031F79CD-4C5E-D24F-635E-7A7B4878110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AD1797E-9105-FA8E-4A81-FDC253F04EA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6CDD0DC3-97C4-C10E-1058-099303CC93F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CEBC9053-842B-8221-2B9E-1E02856F997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C3D6A2E6-7175-657A-FFEE-732370A03645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6EE5B3D8-4F75-F4A5-6852-90C7E67B399F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D359421-6F5E-68EB-A130-9078431086FE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B593B1C-97BF-E3FD-9202-FAE7DC7D404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84036B4-CA32-5C66-D108-9873B6C3702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76DBD31D-FDBB-F787-B22E-2F397F09B54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98164034-B26F-5ACB-9B90-EBBD1F9B1137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47DB589-B53E-03EB-2555-D38B1A06D8EF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7A74F6F2-D5AA-DDD5-DBE7-9788B252F9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66" y="570134"/>
            <a:ext cx="2857719" cy="562472"/>
          </a:xfrm>
          <a:prstGeom prst="rect">
            <a:avLst/>
          </a:prstGeom>
        </p:spPr>
      </p:pic>
      <p:pic>
        <p:nvPicPr>
          <p:cNvPr id="4" name="Picture 3" descr="A logo of a cloud computing system&#10;&#10;AI-generated content may be incorrect.">
            <a:extLst>
              <a:ext uri="{FF2B5EF4-FFF2-40B4-BE49-F238E27FC236}">
                <a16:creationId xmlns:a16="http://schemas.microsoft.com/office/drawing/2014/main" id="{C0A5C69D-C50F-B894-9915-BBC4902F08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30825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5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lick to edit text">
            <a:extLst>
              <a:ext uri="{FF2B5EF4-FFF2-40B4-BE49-F238E27FC236}">
                <a16:creationId xmlns:a16="http://schemas.microsoft.com/office/drawing/2014/main" id="{B29EB907-51A5-4D60-B03A-85DECB7627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94013" y="1267608"/>
            <a:ext cx="7315200" cy="4322783"/>
          </a:xfrm>
        </p:spPr>
        <p:txBody>
          <a:bodyPr anchor="t"/>
          <a:lstStyle>
            <a:lvl1pPr marL="0" indent="0">
              <a:spcBef>
                <a:spcPts val="1800"/>
              </a:spcBef>
              <a:buClr>
                <a:schemeClr val="accent2"/>
              </a:buClr>
              <a:buFont typeface="Open Sans" panose="020B0606030504020204" pitchFamily="34" charset="0"/>
              <a:buChar char="​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600"/>
              </a:spcBef>
              <a:buFont typeface="Open Sans" panose="020B0606030504020204" pitchFamily="34" charset="0"/>
              <a:buNone/>
              <a:defRPr/>
            </a:lvl2pPr>
            <a:lvl3pPr marL="285750" indent="-285750">
              <a:buFont typeface="Open Sans" panose="020B0606030504020204" pitchFamily="34" charset="0"/>
              <a:buNone/>
              <a:defRPr sz="1800"/>
            </a:lvl3pPr>
            <a:lvl4pPr marL="285750" indent="-285750">
              <a:buFont typeface="Open Sans" panose="020B0606030504020204" pitchFamily="34" charset="0"/>
              <a:buChar char="​"/>
              <a:tabLst/>
              <a:defRPr sz="1800">
                <a:solidFill>
                  <a:schemeClr val="tx2"/>
                </a:solidFill>
              </a:defRPr>
            </a:lvl4pPr>
            <a:lvl5pPr marL="285750" indent="-285750">
              <a:buFont typeface="Open Sans" panose="020B0606030504020204" pitchFamily="34" charset="0"/>
              <a:buChar char="​"/>
              <a:tabLst/>
              <a:defRPr sz="1800">
                <a:solidFill>
                  <a:schemeClr val="tx2"/>
                </a:solidFill>
              </a:defRPr>
            </a:lvl5pPr>
            <a:lvl6pPr marL="285750" indent="-285750">
              <a:buFont typeface="Open Sans" panose="020B0606030504020204" pitchFamily="34" charset="0"/>
              <a:buChar char="​"/>
              <a:defRPr sz="1800">
                <a:solidFill>
                  <a:schemeClr val="tx2"/>
                </a:solidFill>
              </a:defRPr>
            </a:lvl6pPr>
            <a:lvl7pPr marL="0" indent="0">
              <a:buFont typeface="Open Sans" panose="020B0606030504020204" pitchFamily="34" charset="0"/>
              <a:buNone/>
              <a:defRPr sz="1800">
                <a:solidFill>
                  <a:schemeClr val="tx2"/>
                </a:solidFill>
              </a:defRPr>
            </a:lvl7pPr>
            <a:lvl8pPr marL="342900" indent="0">
              <a:buFont typeface="Open Sans" panose="020B0606030504020204" pitchFamily="34" charset="0"/>
              <a:buChar char="​"/>
              <a:defRPr sz="1800">
                <a:solidFill>
                  <a:schemeClr val="tx2"/>
                </a:solidFill>
              </a:defRPr>
            </a:lvl8pPr>
            <a:lvl9pPr marL="342900" indent="0">
              <a:buFont typeface="Open Sans" panose="020B0606030504020204" pitchFamily="34" charset="0"/>
              <a:buChar char="​"/>
              <a:defRPr sz="1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Text goes here</a:t>
            </a:r>
          </a:p>
          <a:p>
            <a:pPr lvl="0"/>
            <a:r>
              <a:rPr lang="en-US"/>
              <a:t>And it goes here </a:t>
            </a:r>
          </a:p>
          <a:p>
            <a:pPr lvl="0"/>
            <a:r>
              <a:rPr lang="en-US"/>
              <a:t>Third item here</a:t>
            </a:r>
          </a:p>
        </p:txBody>
      </p:sp>
      <p:sp>
        <p:nvSpPr>
          <p:cNvPr id="730" name="page number">
            <a:extLst>
              <a:ext uri="{FF2B5EF4-FFF2-40B4-BE49-F238E27FC236}">
                <a16:creationId xmlns:a16="http://schemas.microsoft.com/office/drawing/2014/main" id="{AB8D1A6B-3CE6-468D-804E-6300F8B6DC8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AB8D1A6B-3CE6-468D-804E-6300F8B6DC81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CD82C-92EF-52E3-6D43-409D112BB96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9600" y="1267608"/>
            <a:ext cx="1939925" cy="533400"/>
          </a:xfrm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801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1</a:t>
            </a:r>
            <a:br>
              <a:rPr lang="en-US"/>
            </a:br>
            <a:r>
              <a:rPr lang="en-US"/>
              <a:t>Green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20A83C12-6BEB-4E4C-9FB0-AA1FB4C661B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880B34-1E61-BED8-9D19-CC47E69A1FF0}"/>
              </a:ext>
            </a:extLst>
          </p:cNvPr>
          <p:cNvSpPr/>
          <p:nvPr/>
        </p:nvSpPr>
        <p:spPr>
          <a:xfrm>
            <a:off x="6524631" y="635863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4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20A83C12-6BEB-4E4C-9FB0-AA1FB4C661B1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5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7" y="938794"/>
            <a:ext cx="6587869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2</a:t>
            </a:r>
            <a:br>
              <a:rPr lang="en-US"/>
            </a:br>
            <a:r>
              <a:rPr lang="en-US"/>
              <a:t>Blue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574010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274E202C-D42A-664B-A387-688ED861096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BDEC133-91F8-98FE-DF2D-3917EC311D68}"/>
              </a:ext>
            </a:extLst>
          </p:cNvPr>
          <p:cNvSpPr/>
          <p:nvPr/>
        </p:nvSpPr>
        <p:spPr>
          <a:xfrm>
            <a:off x="6524631" y="635863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2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274E202C-D42A-664B-A387-688ED8610969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7" name="Freeform: Shape 3">
            <a:extLst>
              <a:ext uri="{FF2B5EF4-FFF2-40B4-BE49-F238E27FC236}">
                <a16:creationId xmlns:a16="http://schemas.microsoft.com/office/drawing/2014/main" id="{BBDEC133-91F8-98FE-DF2D-3917EC311D68}"/>
              </a:ext>
            </a:extLst>
          </p:cNvPr>
          <p:cNvSpPr/>
          <p:nvPr userDrawn="1"/>
        </p:nvSpPr>
        <p:spPr>
          <a:xfrm>
            <a:off x="6524631" y="635863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2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2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7" y="938794"/>
            <a:ext cx="6555971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3 </a:t>
            </a:r>
            <a:br>
              <a:rPr lang="en-US"/>
            </a:br>
            <a:r>
              <a:rPr lang="en-US"/>
              <a:t>Purple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54211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8424C6A4-7F55-9842-969F-317F913DCB9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43FD454-1DEA-D13A-0DE1-B9CABA1ED1FE}"/>
              </a:ext>
            </a:extLst>
          </p:cNvPr>
          <p:cNvSpPr/>
          <p:nvPr/>
        </p:nvSpPr>
        <p:spPr>
          <a:xfrm>
            <a:off x="6524631" y="635863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5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8424C6A4-7F55-9842-969F-317F913DCB90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7" name="Freeform: Shape 3">
            <a:extLst>
              <a:ext uri="{FF2B5EF4-FFF2-40B4-BE49-F238E27FC236}">
                <a16:creationId xmlns:a16="http://schemas.microsoft.com/office/drawing/2014/main" id="{D43FD454-1DEA-D13A-0DE1-B9CABA1ED1FE}"/>
              </a:ext>
            </a:extLst>
          </p:cNvPr>
          <p:cNvSpPr/>
          <p:nvPr userDrawn="1"/>
        </p:nvSpPr>
        <p:spPr>
          <a:xfrm>
            <a:off x="6524631" y="635863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5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8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– Phot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ue sky with white clouds&#10;&#10;Description automatically generated">
            <a:extLst>
              <a:ext uri="{FF2B5EF4-FFF2-40B4-BE49-F238E27FC236}">
                <a16:creationId xmlns:a16="http://schemas.microsoft.com/office/drawing/2014/main" id="{D1601FB6-7205-3D56-8322-782554EE923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9974" y="1239062"/>
            <a:ext cx="7508851" cy="56316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B41C97-3B72-BBBF-039B-56D8186F8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" y="-496"/>
            <a:ext cx="12187945" cy="6858495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17634E-D293-9DD1-5893-0DC6BD57B448}"/>
              </a:ext>
            </a:extLst>
          </p:cNvPr>
          <p:cNvSpPr/>
          <p:nvPr/>
        </p:nvSpPr>
        <p:spPr>
          <a:xfrm>
            <a:off x="5801096" y="1239062"/>
            <a:ext cx="6406144" cy="5618939"/>
          </a:xfrm>
          <a:custGeom>
            <a:avLst/>
            <a:gdLst>
              <a:gd name="connsiteX0" fmla="*/ 6312206 w 6406144"/>
              <a:gd name="connsiteY0" fmla="*/ 0 h 5618939"/>
              <a:gd name="connsiteX1" fmla="*/ 6406144 w 6406144"/>
              <a:gd name="connsiteY1" fmla="*/ 0 h 5618939"/>
              <a:gd name="connsiteX2" fmla="*/ 6406144 w 6406144"/>
              <a:gd name="connsiteY2" fmla="*/ 76059 h 5618939"/>
              <a:gd name="connsiteX3" fmla="*/ 6312206 w 6406144"/>
              <a:gd name="connsiteY3" fmla="*/ 76059 h 5618939"/>
              <a:gd name="connsiteX4" fmla="*/ 5192668 w 6406144"/>
              <a:gd name="connsiteY4" fmla="*/ 539757 h 5618939"/>
              <a:gd name="connsiteX5" fmla="*/ 118525 w 6406144"/>
              <a:gd name="connsiteY5" fmla="*/ 5613965 h 5618939"/>
              <a:gd name="connsiteX6" fmla="*/ 113031 w 6406144"/>
              <a:gd name="connsiteY6" fmla="*/ 5618939 h 5618939"/>
              <a:gd name="connsiteX7" fmla="*/ 0 w 6406144"/>
              <a:gd name="connsiteY7" fmla="*/ 5618939 h 5618939"/>
              <a:gd name="connsiteX8" fmla="*/ 64758 w 6406144"/>
              <a:gd name="connsiteY8" fmla="*/ 5560198 h 5618939"/>
              <a:gd name="connsiteX9" fmla="*/ 5138965 w 6406144"/>
              <a:gd name="connsiteY9" fmla="*/ 485927 h 5618939"/>
              <a:gd name="connsiteX10" fmla="*/ 5677265 w 6406144"/>
              <a:gd name="connsiteY10" fmla="*/ 126279 h 5618939"/>
              <a:gd name="connsiteX11" fmla="*/ 6312206 w 6406144"/>
              <a:gd name="connsiteY11" fmla="*/ 0 h 561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06144" h="5618939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22000">
                <a:schemeClr val="accent3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AC6091C-E947-4C0C-85B0-C87C084ACB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Section Title</a:t>
            </a:r>
            <a:br>
              <a:rPr lang="en-US" dirty="0"/>
            </a:br>
            <a:r>
              <a:rPr lang="en-US" dirty="0"/>
              <a:t>with photo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A2044BBD-0109-43FF-A52D-8FA2841A4DF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0FE76-7A87-7399-596D-E0FEF058B0CD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BD153-E1CF-732C-38F2-BE38AC4DA9BE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6" name="Graphic 8">
            <a:extLst>
              <a:ext uri="{FF2B5EF4-FFF2-40B4-BE49-F238E27FC236}">
                <a16:creationId xmlns:a16="http://schemas.microsoft.com/office/drawing/2014/main" id="{5FB75E1E-5ECF-39E5-683F-83EA2E7C5F92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A736F19C-96C1-E942-EC49-229F7A3B68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EB1A2322-1B68-222D-5C7B-21BC4BC5E9B2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E3142B55-436D-ED55-5414-22B3121F6B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A95B898B-465D-B4F2-6571-A666D3CD81EC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A6885C5F-AB44-9AFC-AF3D-CFDB30C3574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2ABC8F96-B643-EE7D-4B62-9CBDC7BFD07B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42B7B857-129B-BC06-1EE1-5C3BC6B5267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DE7871B6-7C77-63CC-29EB-8804C9EC800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5CACC287-3144-5F41-8878-740F834ADF8A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F8C02031-CB2A-138B-7806-B09A9CE926C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78B31A38-6074-8D62-E841-01F7C003A861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8">
              <a:extLst>
                <a:ext uri="{FF2B5EF4-FFF2-40B4-BE49-F238E27FC236}">
                  <a16:creationId xmlns:a16="http://schemas.microsoft.com/office/drawing/2014/main" id="{77DD52C8-412A-7D6C-40F7-9F926370308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FA0598CE-0EFB-5D16-AD05-A617D8FD011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1B18338C-ED9F-9E96-D92B-177F967C7B38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9AA51AF-6364-0953-6B79-D6A5BB8E5A57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A45DA74-A818-75F8-ADB4-89A89BB2FAA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CCC9E1A-1D2F-F8A5-404B-348175CD2EAD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866EE839-CF73-18CC-B4C4-9D7E5AFFDB12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634225E-0119-0295-531B-BE94DFF783F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9" name="page number">
            <a:extLst>
              <a:ext uri="{FF2B5EF4-FFF2-40B4-BE49-F238E27FC236}">
                <a16:creationId xmlns:a16="http://schemas.microsoft.com/office/drawing/2014/main" id="{75CEFF6F-DEAE-124A-A7E8-4A2D776D079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0" name="Picture 29" descr="A blue sky with white clouds&#10;&#10;Description automatically generated">
            <a:extLst>
              <a:ext uri="{FF2B5EF4-FFF2-40B4-BE49-F238E27FC236}">
                <a16:creationId xmlns:a16="http://schemas.microsoft.com/office/drawing/2014/main" id="{D1601FB6-7205-3D56-8322-782554EE92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9974" y="1239062"/>
            <a:ext cx="7508851" cy="56316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B41C97-3B72-BBBF-039B-56D8186F8F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9" y="-496"/>
            <a:ext cx="12187945" cy="6858495"/>
          </a:xfrm>
          <a:prstGeom prst="rect">
            <a:avLst/>
          </a:prstGeom>
        </p:spPr>
      </p:pic>
      <p:sp>
        <p:nvSpPr>
          <p:cNvPr id="38" name="Freeform: Shape 14">
            <a:extLst>
              <a:ext uri="{FF2B5EF4-FFF2-40B4-BE49-F238E27FC236}">
                <a16:creationId xmlns:a16="http://schemas.microsoft.com/office/drawing/2014/main" id="{C417634E-D293-9DD1-5893-0DC6BD57B448}"/>
              </a:ext>
            </a:extLst>
          </p:cNvPr>
          <p:cNvSpPr/>
          <p:nvPr userDrawn="1"/>
        </p:nvSpPr>
        <p:spPr>
          <a:xfrm>
            <a:off x="5801096" y="1239062"/>
            <a:ext cx="6406144" cy="5618939"/>
          </a:xfrm>
          <a:custGeom>
            <a:avLst/>
            <a:gdLst>
              <a:gd name="connsiteX0" fmla="*/ 6312206 w 6406144"/>
              <a:gd name="connsiteY0" fmla="*/ 0 h 5618939"/>
              <a:gd name="connsiteX1" fmla="*/ 6406144 w 6406144"/>
              <a:gd name="connsiteY1" fmla="*/ 0 h 5618939"/>
              <a:gd name="connsiteX2" fmla="*/ 6406144 w 6406144"/>
              <a:gd name="connsiteY2" fmla="*/ 76059 h 5618939"/>
              <a:gd name="connsiteX3" fmla="*/ 6312206 w 6406144"/>
              <a:gd name="connsiteY3" fmla="*/ 76059 h 5618939"/>
              <a:gd name="connsiteX4" fmla="*/ 5192668 w 6406144"/>
              <a:gd name="connsiteY4" fmla="*/ 539757 h 5618939"/>
              <a:gd name="connsiteX5" fmla="*/ 118525 w 6406144"/>
              <a:gd name="connsiteY5" fmla="*/ 5613965 h 5618939"/>
              <a:gd name="connsiteX6" fmla="*/ 113031 w 6406144"/>
              <a:gd name="connsiteY6" fmla="*/ 5618939 h 5618939"/>
              <a:gd name="connsiteX7" fmla="*/ 0 w 6406144"/>
              <a:gd name="connsiteY7" fmla="*/ 5618939 h 5618939"/>
              <a:gd name="connsiteX8" fmla="*/ 64758 w 6406144"/>
              <a:gd name="connsiteY8" fmla="*/ 5560198 h 5618939"/>
              <a:gd name="connsiteX9" fmla="*/ 5138965 w 6406144"/>
              <a:gd name="connsiteY9" fmla="*/ 485927 h 5618939"/>
              <a:gd name="connsiteX10" fmla="*/ 5677265 w 6406144"/>
              <a:gd name="connsiteY10" fmla="*/ 126279 h 5618939"/>
              <a:gd name="connsiteX11" fmla="*/ 6312206 w 6406144"/>
              <a:gd name="connsiteY11" fmla="*/ 0 h 561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06144" h="5618939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22000">
                <a:schemeClr val="accent3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1" name="Graphic 8">
            <a:extLst>
              <a:ext uri="{FF2B5EF4-FFF2-40B4-BE49-F238E27FC236}">
                <a16:creationId xmlns:a16="http://schemas.microsoft.com/office/drawing/2014/main" id="{5FB75E1E-5ECF-39E5-683F-83EA2E7C5F92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2" name="Graphic 8">
              <a:extLst>
                <a:ext uri="{FF2B5EF4-FFF2-40B4-BE49-F238E27FC236}">
                  <a16:creationId xmlns:a16="http://schemas.microsoft.com/office/drawing/2014/main" id="{A736F19C-96C1-E942-EC49-229F7A3B68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EB1A2322-1B68-222D-5C7B-21BC4BC5E9B2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3142B55-436D-ED55-5414-22B3121F6B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A95B898B-465D-B4F2-6571-A666D3CD81EC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A6885C5F-AB44-9AFC-AF3D-CFDB30C3574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ABC8F96-B643-EE7D-4B62-9CBDC7BFD07B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42B7B857-129B-BC06-1EE1-5C3BC6B5267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E7871B6-7C77-63CC-29EB-8804C9EC800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CACC287-3144-5F41-8878-740F834ADF8A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F8C02031-CB2A-138B-7806-B09A9CE926C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78B31A38-6074-8D62-E841-01F7C003A861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3" name="Graphic 8">
              <a:extLst>
                <a:ext uri="{FF2B5EF4-FFF2-40B4-BE49-F238E27FC236}">
                  <a16:creationId xmlns:a16="http://schemas.microsoft.com/office/drawing/2014/main" id="{77DD52C8-412A-7D6C-40F7-9F926370308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FA0598CE-0EFB-5D16-AD05-A617D8FD011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1B18338C-ED9F-9E96-D92B-177F967C7B38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9AA51AF-6364-0953-6B79-D6A5BB8E5A57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A45DA74-A818-75F8-ADB4-89A89BB2FAA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7CCC9E1A-1D2F-F8A5-404B-348175CD2EAD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66EE839-CF73-18CC-B4C4-9D7E5AFFDB12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0634225E-0119-0295-531B-BE94DFF783F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61" name="page number">
            <a:extLst>
              <a:ext uri="{FF2B5EF4-FFF2-40B4-BE49-F238E27FC236}">
                <a16:creationId xmlns:a16="http://schemas.microsoft.com/office/drawing/2014/main" id="{75CEFF6F-DEAE-124A-A7E8-4A2D776D0794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47260-FA76-99A5-7F64-73F3D1395242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01929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45">
            <a:extLst>
              <a:ext uri="{FF2B5EF4-FFF2-40B4-BE49-F238E27FC236}">
                <a16:creationId xmlns:a16="http://schemas.microsoft.com/office/drawing/2014/main" id="{975B2FD9-D4C9-7638-B488-58EDA2791D71}"/>
              </a:ext>
            </a:extLst>
          </p:cNvPr>
          <p:cNvSpPr/>
          <p:nvPr userDrawn="1"/>
        </p:nvSpPr>
        <p:spPr>
          <a:xfrm>
            <a:off x="0" y="10160"/>
            <a:ext cx="12188825" cy="6033051"/>
          </a:xfrm>
          <a:custGeom>
            <a:avLst/>
            <a:gdLst>
              <a:gd name="connsiteX0" fmla="*/ 0 w 12197292"/>
              <a:gd name="connsiteY0" fmla="*/ 0 h 6041519"/>
              <a:gd name="connsiteX1" fmla="*/ 12197292 w 12197292"/>
              <a:gd name="connsiteY1" fmla="*/ 0 h 6041519"/>
              <a:gd name="connsiteX2" fmla="*/ 12197292 w 12197292"/>
              <a:gd name="connsiteY2" fmla="*/ 1911192 h 6041519"/>
              <a:gd name="connsiteX3" fmla="*/ 11193762 w 12197292"/>
              <a:gd name="connsiteY3" fmla="*/ 1911192 h 6041519"/>
              <a:gd name="connsiteX4" fmla="*/ 10074486 w 12197292"/>
              <a:gd name="connsiteY4" fmla="*/ 2374782 h 6041519"/>
              <a:gd name="connsiteX5" fmla="*/ 6871338 w 12197292"/>
              <a:gd name="connsiteY5" fmla="*/ 5577930 h 6041519"/>
              <a:gd name="connsiteX6" fmla="*/ 5752064 w 12197292"/>
              <a:gd name="connsiteY6" fmla="*/ 6041519 h 6041519"/>
              <a:gd name="connsiteX7" fmla="*/ 0 w 12197292"/>
              <a:gd name="connsiteY7" fmla="*/ 6041519 h 604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7292" h="6041519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75B2FD9-D4C9-7638-B488-58EDA2791D71}"/>
              </a:ext>
            </a:extLst>
          </p:cNvPr>
          <p:cNvSpPr/>
          <p:nvPr/>
        </p:nvSpPr>
        <p:spPr>
          <a:xfrm>
            <a:off x="0" y="-2917"/>
            <a:ext cx="12188825" cy="6033051"/>
          </a:xfrm>
          <a:custGeom>
            <a:avLst/>
            <a:gdLst>
              <a:gd name="connsiteX0" fmla="*/ 0 w 12197292"/>
              <a:gd name="connsiteY0" fmla="*/ 0 h 6041519"/>
              <a:gd name="connsiteX1" fmla="*/ 12197292 w 12197292"/>
              <a:gd name="connsiteY1" fmla="*/ 0 h 6041519"/>
              <a:gd name="connsiteX2" fmla="*/ 12197292 w 12197292"/>
              <a:gd name="connsiteY2" fmla="*/ 1911192 h 6041519"/>
              <a:gd name="connsiteX3" fmla="*/ 11193762 w 12197292"/>
              <a:gd name="connsiteY3" fmla="*/ 1911192 h 6041519"/>
              <a:gd name="connsiteX4" fmla="*/ 10074486 w 12197292"/>
              <a:gd name="connsiteY4" fmla="*/ 2374782 h 6041519"/>
              <a:gd name="connsiteX5" fmla="*/ 6871338 w 12197292"/>
              <a:gd name="connsiteY5" fmla="*/ 5577930 h 6041519"/>
              <a:gd name="connsiteX6" fmla="*/ 5752064 w 12197292"/>
              <a:gd name="connsiteY6" fmla="*/ 6041519 h 6041519"/>
              <a:gd name="connsiteX7" fmla="*/ 0 w 12197292"/>
              <a:gd name="connsiteY7" fmla="*/ 6041519 h 604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7292" h="6041519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1324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 text on left, green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90CA8A2D-22C2-3546-ACA3-B76C2A2C9541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81F6B6E3-D446-FF48-A968-0E6ED9485D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C621A2F7-988C-ED6D-1AAA-CEAF0625399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4A6ACE21-0A03-EC70-5DBC-8E24FC06AD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E83912F-EA49-AA8F-3B48-225EEF2EA8B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CCD1DC55-84B7-B92A-BCFA-DFC508914BD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9C7F5544-2C4C-9EB4-BFC3-2118CC2F9BE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8F4FBC32-8CCB-A8DE-008D-E983BC49C597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B4DB09DF-6B90-E805-64A1-73441DB3E36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CE5B325E-5171-7178-FE92-B40E2F02AF4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01EA8AE-D6A6-69F1-6D6F-08D9ABD7A248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13CAF36-8DCE-BF49-8252-4504197E4A92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53212E81-53F5-5829-40FB-278F96FDFA6C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3338560F-F08F-341E-96FD-FB179B1E809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DC09D6A6-FC34-3B36-E8EC-98961A5FA1BD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9CCE1282-066F-6767-9D2B-FE3B24B48F39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87A55781-F6F4-75D8-D30A-EFE0009E6C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06E5A16E-7654-E118-45E7-5CF8ECB9510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5416A2B2-8CB4-B23D-B227-F3FAAF99834D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03A1E132-C6A0-D3F7-1605-AAC4E663D921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3331D7F-C33C-F017-A7E8-936854F6A83C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D1EAD065-3541-65E6-D334-D9E34E0883DA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59E5035-F2CA-5C90-AD93-9207A8ED2F62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page number">
            <a:extLst>
              <a:ext uri="{FF2B5EF4-FFF2-40B4-BE49-F238E27FC236}">
                <a16:creationId xmlns:a16="http://schemas.microsoft.com/office/drawing/2014/main" id="{81F6B6E3-D446-FF48-A968-0E6ED9485DE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C621A2F7-988C-ED6D-1AAA-CEAF06253999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4A6ACE21-0A03-EC70-5DBC-8E24FC06AD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EE83912F-EA49-AA8F-3B48-225EEF2EA8B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CD1DC55-84B7-B92A-BCFA-DFC508914BD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9C7F5544-2C4C-9EB4-BFC3-2118CC2F9BE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8F4FBC32-8CCB-A8DE-008D-E983BC49C597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4DB09DF-6B90-E805-64A1-73441DB3E36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CE5B325E-5171-7178-FE92-B40E2F02AF4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01EA8AE-D6A6-69F1-6D6F-08D9ABD7A248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13CAF36-8DCE-BF49-8252-4504197E4A92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53212E81-53F5-5829-40FB-278F96FDFA6C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3338560F-F08F-341E-96FD-FB179B1E809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DC09D6A6-FC34-3B36-E8EC-98961A5FA1BD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9CCE1282-066F-6767-9D2B-FE3B24B48F39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7A55781-F6F4-75D8-D30A-EFE0009E6C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06E5A16E-7654-E118-45E7-5CF8ECB9510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416A2B2-8CB4-B23D-B227-F3FAAF99834D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03A1E132-C6A0-D3F7-1605-AAC4E663D921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03331D7F-C33C-F017-A7E8-936854F6A83C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D1EAD065-3541-65E6-D334-D9E34E0883DA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9A8E157-0B0B-6FF1-18E9-97BC0A1FEDB9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72992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1">
            <a:extLst>
              <a:ext uri="{FF2B5EF4-FFF2-40B4-BE49-F238E27FC236}">
                <a16:creationId xmlns:a16="http://schemas.microsoft.com/office/drawing/2014/main" id="{A2B10396-5330-52E9-6CAB-81B94A8222ED}"/>
              </a:ext>
            </a:extLst>
          </p:cNvPr>
          <p:cNvSpPr/>
          <p:nvPr userDrawn="1"/>
        </p:nvSpPr>
        <p:spPr>
          <a:xfrm>
            <a:off x="0" y="0"/>
            <a:ext cx="12188825" cy="6033051"/>
          </a:xfrm>
          <a:custGeom>
            <a:avLst/>
            <a:gdLst>
              <a:gd name="connsiteX0" fmla="*/ 0 w 12197292"/>
              <a:gd name="connsiteY0" fmla="*/ 0 h 6041519"/>
              <a:gd name="connsiteX1" fmla="*/ 12197292 w 12197292"/>
              <a:gd name="connsiteY1" fmla="*/ 0 h 6041519"/>
              <a:gd name="connsiteX2" fmla="*/ 12197292 w 12197292"/>
              <a:gd name="connsiteY2" fmla="*/ 1911192 h 6041519"/>
              <a:gd name="connsiteX3" fmla="*/ 11193762 w 12197292"/>
              <a:gd name="connsiteY3" fmla="*/ 1911192 h 6041519"/>
              <a:gd name="connsiteX4" fmla="*/ 10074486 w 12197292"/>
              <a:gd name="connsiteY4" fmla="*/ 2374782 h 6041519"/>
              <a:gd name="connsiteX5" fmla="*/ 6871338 w 12197292"/>
              <a:gd name="connsiteY5" fmla="*/ 5577930 h 6041519"/>
              <a:gd name="connsiteX6" fmla="*/ 5752064 w 12197292"/>
              <a:gd name="connsiteY6" fmla="*/ 6041519 h 6041519"/>
              <a:gd name="connsiteX7" fmla="*/ 0 w 12197292"/>
              <a:gd name="connsiteY7" fmla="*/ 6041519 h 604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7292" h="6041519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2B10396-5330-52E9-6CAB-81B94A8222ED}"/>
              </a:ext>
            </a:extLst>
          </p:cNvPr>
          <p:cNvSpPr/>
          <p:nvPr/>
        </p:nvSpPr>
        <p:spPr>
          <a:xfrm>
            <a:off x="0" y="0"/>
            <a:ext cx="12188825" cy="6033051"/>
          </a:xfrm>
          <a:custGeom>
            <a:avLst/>
            <a:gdLst>
              <a:gd name="connsiteX0" fmla="*/ 0 w 12197292"/>
              <a:gd name="connsiteY0" fmla="*/ 0 h 6041519"/>
              <a:gd name="connsiteX1" fmla="*/ 12197292 w 12197292"/>
              <a:gd name="connsiteY1" fmla="*/ 0 h 6041519"/>
              <a:gd name="connsiteX2" fmla="*/ 12197292 w 12197292"/>
              <a:gd name="connsiteY2" fmla="*/ 1911192 h 6041519"/>
              <a:gd name="connsiteX3" fmla="*/ 11193762 w 12197292"/>
              <a:gd name="connsiteY3" fmla="*/ 1911192 h 6041519"/>
              <a:gd name="connsiteX4" fmla="*/ 10074486 w 12197292"/>
              <a:gd name="connsiteY4" fmla="*/ 2374782 h 6041519"/>
              <a:gd name="connsiteX5" fmla="*/ 6871338 w 12197292"/>
              <a:gd name="connsiteY5" fmla="*/ 5577930 h 6041519"/>
              <a:gd name="connsiteX6" fmla="*/ 5752064 w 12197292"/>
              <a:gd name="connsiteY6" fmla="*/ 6041519 h 6041519"/>
              <a:gd name="connsiteX7" fmla="*/ 0 w 12197292"/>
              <a:gd name="connsiteY7" fmla="*/ 6041519 h 604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7292" h="6041519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1B00066-9E85-96DD-B59A-251D959E616C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1324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text on left, blue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 dirty="0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A92ABA6C-6064-9743-BF58-8AB21015448D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BC60254-9AEC-2A49-ABD6-870EE5B97F6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B4758132-41E7-3AF2-6888-E57AAB57C2D4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841EEAAB-23AC-D47F-388D-63F547C46C2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39177EB-25CC-E79E-A327-2BF623A161BE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93DD2BC-5C52-5195-64BD-BFCD915CF82D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90A28C3-198B-4594-AB38-1CE30B5D0214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E0E9C1D5-3541-16BA-CEE1-D36FB913E53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77E6E0D3-D668-DC02-6C5C-D264C0A21A06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E12C13F-B40E-0E62-F7DF-0FA5A72F12B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7D0ED2A-A79A-EDD1-6128-A2BB3C97035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18F3992B-F766-6C32-DA41-32FB6C066B84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6DC7707-25A9-7955-BDAC-5DF1F39C7B34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3F4BF48-49F0-33A3-0F4E-FEADBAE31AC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9F293A06-D73B-D05A-23FE-FA9269E430A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E537BBB-F233-E0B1-8E78-2148B6BFDBBE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42831E7-C031-4A62-CFCB-77A23B83A3F0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59491B63-148F-0FC2-21A9-ABC99A899BC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0C0482C-FE70-D0EB-BC58-46565B7E646F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A9FFF7A-6D39-6D56-9C49-47587F5E2D5F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C4F1373C-9ED7-35FB-11BE-D84A18B28D6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7237885B-F058-C3AD-B633-20EEB1A8AE2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4" name="Freeform: Shape 14">
            <a:extLst>
              <a:ext uri="{FF2B5EF4-FFF2-40B4-BE49-F238E27FC236}">
                <a16:creationId xmlns:a16="http://schemas.microsoft.com/office/drawing/2014/main" id="{61B00066-9E85-96DD-B59A-251D959E616C}"/>
              </a:ext>
            </a:extLst>
          </p:cNvPr>
          <p:cNvSpPr/>
          <p:nvPr userDrawn="1"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page number">
            <a:extLst>
              <a:ext uri="{FF2B5EF4-FFF2-40B4-BE49-F238E27FC236}">
                <a16:creationId xmlns:a16="http://schemas.microsoft.com/office/drawing/2014/main" id="{DBC60254-9AEC-2A49-ABD6-870EE5B97F6C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B4758132-41E7-3AF2-6888-E57AAB57C2D4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841EEAAB-23AC-D47F-388D-63F547C46C2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839177EB-25CC-E79E-A327-2BF623A161BE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B93DD2BC-5C52-5195-64BD-BFCD915CF82D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90A28C3-198B-4594-AB38-1CE30B5D0214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E0E9C1D5-3541-16BA-CEE1-D36FB913E53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77E6E0D3-D668-DC02-6C5C-D264C0A21A06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0E12C13F-B40E-0E62-F7DF-0FA5A72F12B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67D0ED2A-A79A-EDD1-6128-A2BB3C97035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18F3992B-F766-6C32-DA41-32FB6C066B84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6DC7707-25A9-7955-BDAC-5DF1F39C7B34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83F4BF48-49F0-33A3-0F4E-FEADBAE31AC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9F293A06-D73B-D05A-23FE-FA9269E430A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2E537BBB-F233-E0B1-8E78-2148B6BFDBBE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642831E7-C031-4A62-CFCB-77A23B83A3F0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9491B63-148F-0FC2-21A9-ABC99A899BC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00C0482C-FE70-D0EB-BC58-46565B7E646F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BA9FFF7A-6D39-6D56-9C49-47587F5E2D5F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4F1373C-9ED7-35FB-11BE-D84A18B28D6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7237885B-F058-C3AD-B633-20EEB1A8AE2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067D46B-3BAF-FC5E-6BBB-503B5B6BCA1C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39694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1">
            <a:extLst>
              <a:ext uri="{FF2B5EF4-FFF2-40B4-BE49-F238E27FC236}">
                <a16:creationId xmlns:a16="http://schemas.microsoft.com/office/drawing/2014/main" id="{E7963ACB-35C7-E650-F100-981402691161}"/>
              </a:ext>
            </a:extLst>
          </p:cNvPr>
          <p:cNvSpPr/>
          <p:nvPr userDrawn="1"/>
        </p:nvSpPr>
        <p:spPr>
          <a:xfrm>
            <a:off x="0" y="0"/>
            <a:ext cx="12188825" cy="6033051"/>
          </a:xfrm>
          <a:custGeom>
            <a:avLst/>
            <a:gdLst>
              <a:gd name="connsiteX0" fmla="*/ 0 w 12197292"/>
              <a:gd name="connsiteY0" fmla="*/ 0 h 6041519"/>
              <a:gd name="connsiteX1" fmla="*/ 12197292 w 12197292"/>
              <a:gd name="connsiteY1" fmla="*/ 0 h 6041519"/>
              <a:gd name="connsiteX2" fmla="*/ 12197292 w 12197292"/>
              <a:gd name="connsiteY2" fmla="*/ 1911192 h 6041519"/>
              <a:gd name="connsiteX3" fmla="*/ 11193762 w 12197292"/>
              <a:gd name="connsiteY3" fmla="*/ 1911192 h 6041519"/>
              <a:gd name="connsiteX4" fmla="*/ 10074486 w 12197292"/>
              <a:gd name="connsiteY4" fmla="*/ 2374782 h 6041519"/>
              <a:gd name="connsiteX5" fmla="*/ 6871338 w 12197292"/>
              <a:gd name="connsiteY5" fmla="*/ 5577930 h 6041519"/>
              <a:gd name="connsiteX6" fmla="*/ 5752064 w 12197292"/>
              <a:gd name="connsiteY6" fmla="*/ 6041519 h 6041519"/>
              <a:gd name="connsiteX7" fmla="*/ 0 w 12197292"/>
              <a:gd name="connsiteY7" fmla="*/ 6041519 h 604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7292" h="6041519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7963ACB-35C7-E650-F100-981402691161}"/>
              </a:ext>
            </a:extLst>
          </p:cNvPr>
          <p:cNvSpPr/>
          <p:nvPr/>
        </p:nvSpPr>
        <p:spPr>
          <a:xfrm>
            <a:off x="0" y="0"/>
            <a:ext cx="12188825" cy="6033051"/>
          </a:xfrm>
          <a:custGeom>
            <a:avLst/>
            <a:gdLst>
              <a:gd name="connsiteX0" fmla="*/ 0 w 12197292"/>
              <a:gd name="connsiteY0" fmla="*/ 0 h 6041519"/>
              <a:gd name="connsiteX1" fmla="*/ 12197292 w 12197292"/>
              <a:gd name="connsiteY1" fmla="*/ 0 h 6041519"/>
              <a:gd name="connsiteX2" fmla="*/ 12197292 w 12197292"/>
              <a:gd name="connsiteY2" fmla="*/ 1911192 h 6041519"/>
              <a:gd name="connsiteX3" fmla="*/ 11193762 w 12197292"/>
              <a:gd name="connsiteY3" fmla="*/ 1911192 h 6041519"/>
              <a:gd name="connsiteX4" fmla="*/ 10074486 w 12197292"/>
              <a:gd name="connsiteY4" fmla="*/ 2374782 h 6041519"/>
              <a:gd name="connsiteX5" fmla="*/ 6871338 w 12197292"/>
              <a:gd name="connsiteY5" fmla="*/ 5577930 h 6041519"/>
              <a:gd name="connsiteX6" fmla="*/ 5752064 w 12197292"/>
              <a:gd name="connsiteY6" fmla="*/ 6041519 h 6041519"/>
              <a:gd name="connsiteX7" fmla="*/ 0 w 12197292"/>
              <a:gd name="connsiteY7" fmla="*/ 6041519 h 604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7292" h="6041519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791E300-9585-C59E-EED2-EB5190E58F2C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9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6215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text on left, purple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 dirty="0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953CF3A7-833E-B042-A405-AB46430C4476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03B3F1E-BEE4-0C40-B954-F58A7FCE9AE3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7" name="Graphic 8">
            <a:extLst>
              <a:ext uri="{FF2B5EF4-FFF2-40B4-BE49-F238E27FC236}">
                <a16:creationId xmlns:a16="http://schemas.microsoft.com/office/drawing/2014/main" id="{47818FA4-8AE2-A4B0-1EE8-9FE4A6BDD41B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8" name="Graphic 8">
              <a:extLst>
                <a:ext uri="{FF2B5EF4-FFF2-40B4-BE49-F238E27FC236}">
                  <a16:creationId xmlns:a16="http://schemas.microsoft.com/office/drawing/2014/main" id="{906FE88E-54E3-F8F3-4AD1-B3FBBC7E3C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54A0F722-B555-E2A4-6E62-A0DD337E8B5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CE114C9D-2007-BC9E-F8AA-887AAF26A73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30CB1C40-B903-28F3-C47C-EE2DF741FB96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5F87C1F4-D1C4-5FD0-7410-12E7D3F9CF6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E2B126C2-3690-5E26-6606-DC917F25582A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08446EC-DFFD-44E5-1C5F-06F1ADF8E18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4D0F02A7-67C9-E3C0-51B8-692EC9B9B96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865D6C8-4059-8F52-0699-D70C865CD04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7EA55EE1-6F19-AA1B-CC75-7F97E97AAA9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CEA15FB2-7F2D-EC93-1A40-74348B9A6E0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8DA67385-AEE0-35D7-24E9-3A1C9A997AB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140BF28-9D00-E372-4C58-192831AB25B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9502AFFA-C636-75B6-47E4-75665F32F6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55A0F95-5DB1-12F9-464F-DAACA1FAD4F0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6E8C204-FC1F-FDD2-FE85-ED3286B80D6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65EBA96-8564-79A7-2A73-18756ED609DC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CC651D2-5530-6772-23D5-458FB86B627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3F018CD-2167-521F-44FD-1C199026C8F4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6" name="Freeform: Shape 2">
            <a:extLst>
              <a:ext uri="{FF2B5EF4-FFF2-40B4-BE49-F238E27FC236}">
                <a16:creationId xmlns:a16="http://schemas.microsoft.com/office/drawing/2014/main" id="{5791E300-9585-C59E-EED2-EB5190E58F2C}"/>
              </a:ext>
            </a:extLst>
          </p:cNvPr>
          <p:cNvSpPr/>
          <p:nvPr userDrawn="1"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9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page number">
            <a:extLst>
              <a:ext uri="{FF2B5EF4-FFF2-40B4-BE49-F238E27FC236}">
                <a16:creationId xmlns:a16="http://schemas.microsoft.com/office/drawing/2014/main" id="{D03B3F1E-BEE4-0C40-B954-F58A7FCE9AE3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40" name="Graphic 8">
            <a:extLst>
              <a:ext uri="{FF2B5EF4-FFF2-40B4-BE49-F238E27FC236}">
                <a16:creationId xmlns:a16="http://schemas.microsoft.com/office/drawing/2014/main" id="{47818FA4-8AE2-A4B0-1EE8-9FE4A6BDD41B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1" name="Graphic 8">
              <a:extLst>
                <a:ext uri="{FF2B5EF4-FFF2-40B4-BE49-F238E27FC236}">
                  <a16:creationId xmlns:a16="http://schemas.microsoft.com/office/drawing/2014/main" id="{906FE88E-54E3-F8F3-4AD1-B3FBBC7E3C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54A0F722-B555-E2A4-6E62-A0DD337E8B5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CE114C9D-2007-BC9E-F8AA-887AAF26A73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30CB1C40-B903-28F3-C47C-EE2DF741FB96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5F87C1F4-D1C4-5FD0-7410-12E7D3F9CF6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E2B126C2-3690-5E26-6606-DC917F25582A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08446EC-DFFD-44E5-1C5F-06F1ADF8E18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4D0F02A7-67C9-E3C0-51B8-692EC9B9B96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6865D6C8-4059-8F52-0699-D70C865CD04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7EA55EE1-6F19-AA1B-CC75-7F97E97AAA9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CEA15FB2-7F2D-EC93-1A40-74348B9A6E0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2" name="Graphic 8">
              <a:extLst>
                <a:ext uri="{FF2B5EF4-FFF2-40B4-BE49-F238E27FC236}">
                  <a16:creationId xmlns:a16="http://schemas.microsoft.com/office/drawing/2014/main" id="{8DA67385-AEE0-35D7-24E9-3A1C9A997AB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140BF28-9D00-E372-4C58-192831AB25B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9502AFFA-C636-75B6-47E4-75665F32F6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255A0F95-5DB1-12F9-464F-DAACA1FAD4F0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E6E8C204-FC1F-FDD2-FE85-ED3286B80D6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A65EBA96-8564-79A7-2A73-18756ED609DC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CCC651D2-5530-6772-23D5-458FB86B627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3F018CD-2167-521F-44FD-1C199026C8F4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DDD0B23-63DE-6951-34B4-9D6FD0B6A5F1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03344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Photo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Looking up view of a tall building with glass windows&#10;&#10;Description automatically generated">
            <a:extLst>
              <a:ext uri="{FF2B5EF4-FFF2-40B4-BE49-F238E27FC236}">
                <a16:creationId xmlns:a16="http://schemas.microsoft.com/office/drawing/2014/main" id="{B3DA20F2-2D53-3AEB-2E52-5879AB1D3B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9644796-3BE2-09B0-F95D-F4AB56E62FD2}"/>
              </a:ext>
            </a:extLst>
          </p:cNvPr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59553">
                <a:srgbClr val="FFFFFF">
                  <a:alpha val="0"/>
                </a:srgbClr>
              </a:gs>
              <a:gs pos="35000">
                <a:srgbClr val="FFFFFF"/>
              </a:gs>
              <a:gs pos="78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DAA0A2E-4B76-3DD4-CF2D-B4E2E491F351}"/>
              </a:ext>
            </a:extLst>
          </p:cNvPr>
          <p:cNvSpPr/>
          <p:nvPr/>
        </p:nvSpPr>
        <p:spPr>
          <a:xfrm>
            <a:off x="6477" y="0"/>
            <a:ext cx="10295334" cy="6040452"/>
          </a:xfrm>
          <a:custGeom>
            <a:avLst/>
            <a:gdLst>
              <a:gd name="connsiteX0" fmla="*/ 10186830 w 10295334"/>
              <a:gd name="connsiteY0" fmla="*/ 0 h 6040452"/>
              <a:gd name="connsiteX1" fmla="*/ 10295334 w 10295334"/>
              <a:gd name="connsiteY1" fmla="*/ 0 h 6040452"/>
              <a:gd name="connsiteX2" fmla="*/ 4722761 w 10295334"/>
              <a:gd name="connsiteY2" fmla="*/ 5572574 h 6040452"/>
              <a:gd name="connsiteX3" fmla="*/ 3593131 w 10295334"/>
              <a:gd name="connsiteY3" fmla="*/ 6040452 h 6040452"/>
              <a:gd name="connsiteX4" fmla="*/ 0 w 10295334"/>
              <a:gd name="connsiteY4" fmla="*/ 6040452 h 6040452"/>
              <a:gd name="connsiteX5" fmla="*/ 0 w 10295334"/>
              <a:gd name="connsiteY5" fmla="*/ 5963772 h 6040452"/>
              <a:gd name="connsiteX6" fmla="*/ 3593131 w 10295334"/>
              <a:gd name="connsiteY6" fmla="*/ 5963772 h 6040452"/>
              <a:gd name="connsiteX7" fmla="*/ 4175135 w 10295334"/>
              <a:gd name="connsiteY7" fmla="*/ 5847985 h 6040452"/>
              <a:gd name="connsiteX8" fmla="*/ 4668509 w 10295334"/>
              <a:gd name="connsiteY8" fmla="*/ 5518323 h 604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95334" h="6040452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12000">
                <a:schemeClr val="accent3"/>
              </a:gs>
              <a:gs pos="85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D6F3E-7865-E329-FB61-00E1B7D783BB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BF91FF-526A-910F-03F2-2D4C07A9F111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3E09CBA6-627D-2768-152C-A25B87CF790A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685DA75B-DA1C-13EF-F3C8-ACEE2C668A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E43D9EF-A9B1-97EC-9CAB-0367B664C9D0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B127822-510F-D59E-2401-DACD4D6BA07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F3E9315B-DD78-18E2-9951-D8120BAD9160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E2AF63A1-86BF-B1C3-A3F5-517003C7A96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AC22223-58F9-DB0C-9D61-94D7B8E8C1F4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1114E784-D17D-A2C2-757A-7B9912824867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DF09BAA7-F77F-FEDC-A8A8-F10B9350FFF7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A1F18F3-D078-404B-FFBA-A4E33B814768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DA5E4E2-82BF-54FB-780E-193386E0F471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1295929-CD29-6FBF-CE14-3BC84AB4A1F6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E1BC8CC5-030B-A124-A179-FC1B1CB9361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263E9E0-CE6D-2469-4DAA-AAD461690F95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54E7CD3B-64B1-7447-7A83-5830224748C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3C5659AD-F571-B436-FA9E-F3EB0D45050A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775BD55-89FE-BF4D-F689-E5F5188D1010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80CF7C26-1A1F-1F80-46D4-8309C39F0CA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0E1496F-2BE6-5149-BE29-0376ABD59D6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4C0A74FC-F5C6-E572-32D2-2A39D4551EA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C21BA7-C6D2-446E-8FD2-266107E90C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4754880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page with photo showing a building. Click to replace text.”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62CBDD-60C2-443D-88B5-C596896049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3591052" cy="674624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 dirty="0"/>
              <a:t>Source Name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65B8D505-D55C-B546-9B33-22157CD80DE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1" name="Picture 30" descr="Looking up view of a tall building with glass windows&#10;&#10;Description automatically generated">
            <a:extLst>
              <a:ext uri="{FF2B5EF4-FFF2-40B4-BE49-F238E27FC236}">
                <a16:creationId xmlns:a16="http://schemas.microsoft.com/office/drawing/2014/main" id="{B3DA20F2-2D53-3AEB-2E52-5879AB1D3B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39644796-3BE2-09B0-F95D-F4AB56E62FD2}"/>
              </a:ext>
            </a:extLst>
          </p:cNvPr>
          <p:cNvSpPr/>
          <p:nvPr userDrawn="1"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59553">
                <a:srgbClr val="FFFFFF">
                  <a:alpha val="0"/>
                </a:srgbClr>
              </a:gs>
              <a:gs pos="35000">
                <a:srgbClr val="FFFFFF"/>
              </a:gs>
              <a:gs pos="78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4" name="Freeform: Shape 9">
            <a:extLst>
              <a:ext uri="{FF2B5EF4-FFF2-40B4-BE49-F238E27FC236}">
                <a16:creationId xmlns:a16="http://schemas.microsoft.com/office/drawing/2014/main" id="{6DAA0A2E-4B76-3DD4-CF2D-B4E2E491F351}"/>
              </a:ext>
            </a:extLst>
          </p:cNvPr>
          <p:cNvSpPr/>
          <p:nvPr userDrawn="1"/>
        </p:nvSpPr>
        <p:spPr>
          <a:xfrm>
            <a:off x="6477" y="0"/>
            <a:ext cx="10295334" cy="6040452"/>
          </a:xfrm>
          <a:custGeom>
            <a:avLst/>
            <a:gdLst>
              <a:gd name="connsiteX0" fmla="*/ 10186830 w 10295334"/>
              <a:gd name="connsiteY0" fmla="*/ 0 h 6040452"/>
              <a:gd name="connsiteX1" fmla="*/ 10295334 w 10295334"/>
              <a:gd name="connsiteY1" fmla="*/ 0 h 6040452"/>
              <a:gd name="connsiteX2" fmla="*/ 4722761 w 10295334"/>
              <a:gd name="connsiteY2" fmla="*/ 5572574 h 6040452"/>
              <a:gd name="connsiteX3" fmla="*/ 3593131 w 10295334"/>
              <a:gd name="connsiteY3" fmla="*/ 6040452 h 6040452"/>
              <a:gd name="connsiteX4" fmla="*/ 0 w 10295334"/>
              <a:gd name="connsiteY4" fmla="*/ 6040452 h 6040452"/>
              <a:gd name="connsiteX5" fmla="*/ 0 w 10295334"/>
              <a:gd name="connsiteY5" fmla="*/ 5963772 h 6040452"/>
              <a:gd name="connsiteX6" fmla="*/ 3593131 w 10295334"/>
              <a:gd name="connsiteY6" fmla="*/ 5963772 h 6040452"/>
              <a:gd name="connsiteX7" fmla="*/ 4175135 w 10295334"/>
              <a:gd name="connsiteY7" fmla="*/ 5847985 h 6040452"/>
              <a:gd name="connsiteX8" fmla="*/ 4668509 w 10295334"/>
              <a:gd name="connsiteY8" fmla="*/ 5518323 h 604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95334" h="6040452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12000">
                <a:schemeClr val="accent3"/>
              </a:gs>
              <a:gs pos="85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3E09CBA6-627D-2768-152C-A25B87CF790A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685DA75B-DA1C-13EF-F3C8-ACEE2C668A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6E43D9EF-A9B1-97EC-9CAB-0367B664C9D0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5B127822-510F-D59E-2401-DACD4D6BA07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F3E9315B-DD78-18E2-9951-D8120BAD9160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E2AF63A1-86BF-B1C3-A3F5-517003C7A96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0AC22223-58F9-DB0C-9D61-94D7B8E8C1F4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1114E784-D17D-A2C2-757A-7B9912824867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DF09BAA7-F77F-FEDC-A8A8-F10B9350FFF7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0A1F18F3-D078-404B-FFBA-A4E33B814768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0DA5E4E2-82BF-54FB-780E-193386E0F471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61295929-CD29-6FBF-CE14-3BC84AB4A1F6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E1BC8CC5-030B-A124-A179-FC1B1CB9361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8263E9E0-CE6D-2469-4DAA-AAD461690F95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54E7CD3B-64B1-7447-7A83-5830224748C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C5659AD-F571-B436-FA9E-F3EB0D45050A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775BD55-89FE-BF4D-F689-E5F5188D1010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0CF7C26-1A1F-1F80-46D4-8309C39F0CA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C0E1496F-2BE6-5149-BE29-0376ABD59D6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C0A74FC-F5C6-E572-32D2-2A39D4551EA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57" name="page number">
            <a:extLst>
              <a:ext uri="{FF2B5EF4-FFF2-40B4-BE49-F238E27FC236}">
                <a16:creationId xmlns:a16="http://schemas.microsoft.com/office/drawing/2014/main" id="{65B8D505-D55C-B546-9B33-22157CD80DE2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3A3CDD-4D8E-3CB0-B95C-B4DE8B5B02E4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787000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0EF1-7A6F-4CAE-80CD-2BC8A8107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One Line Title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77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0EF1-7A6F-4CAE-80CD-2BC8A8107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One Line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28211D2-9BBA-4EB9-8867-E2CC72E9E0D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2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bg2">
                  <a:lumMod val="25000"/>
                </a:schemeClr>
              </a:buClr>
              <a:defRPr>
                <a:solidFill>
                  <a:schemeClr val="bg2">
                    <a:lumMod val="25000"/>
                  </a:schemeClr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8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F420A-ED2C-4AD1-A28B-EB26178557D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8013" y="1600200"/>
            <a:ext cx="5313783" cy="4572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 lang="en-US" sz="1200" dirty="0">
                <a:solidFill>
                  <a:schemeClr val="tx1"/>
                </a:solidFill>
              </a:defRPr>
            </a:lvl6pPr>
            <a:lvl7pPr>
              <a:defRPr lang="en-US" sz="1200" dirty="0">
                <a:solidFill>
                  <a:schemeClr val="tx1"/>
                </a:solidFill>
              </a:defRPr>
            </a:lvl7pPr>
            <a:lvl8pPr>
              <a:defRPr lang="en-US" sz="1200" dirty="0">
                <a:solidFill>
                  <a:schemeClr val="tx1"/>
                </a:solidFill>
              </a:defRPr>
            </a:lvl8pPr>
            <a:lvl9pPr>
              <a:defRPr lang="en-US" sz="1200" dirty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D860A49-A98C-4F0E-AB34-4E13B89D5EB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21287" y="1600200"/>
            <a:ext cx="5313783" cy="4572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 lang="en-US" sz="1200" dirty="0">
                <a:solidFill>
                  <a:schemeClr val="tx1"/>
                </a:solidFill>
              </a:defRPr>
            </a:lvl6pPr>
            <a:lvl7pPr>
              <a:defRPr lang="en-US" sz="1200" dirty="0">
                <a:solidFill>
                  <a:schemeClr val="tx1"/>
                </a:solidFill>
              </a:defRPr>
            </a:lvl7pPr>
            <a:lvl8pPr>
              <a:defRPr lang="en-US" sz="1200" dirty="0">
                <a:solidFill>
                  <a:schemeClr val="tx1"/>
                </a:solidFill>
              </a:defRPr>
            </a:lvl8pPr>
            <a:lvl9pPr>
              <a:defRPr lang="en-US" sz="1200" dirty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306FFEC8-099C-484D-841A-7FCB225B189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306FFEC8-099C-484D-841A-7FCB225B189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1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 Colo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ontent Placeholder 17">
            <a:extLst>
              <a:ext uri="{FF2B5EF4-FFF2-40B4-BE49-F238E27FC236}">
                <a16:creationId xmlns:a16="http://schemas.microsoft.com/office/drawing/2014/main" id="{A0456ED3-FDC5-4E29-B939-E35EA08477C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ltGray">
          <a:xfrm>
            <a:off x="6323381" y="1600201"/>
            <a:ext cx="5865445" cy="4572000"/>
          </a:xfrm>
          <a:solidFill>
            <a:srgbClr val="F4F8FA"/>
          </a:solidFill>
        </p:spPr>
        <p:txBody>
          <a:bodyPr vert="horz" lIns="45720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Layout: Graphic on Left, Text on Right - Click to Edit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27F760-24DE-9A42-B7E9-356D8DC2BDA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DCC3C30A-44C0-E837-19B2-6A2DFD1C7D7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ltGray">
          <a:xfrm>
            <a:off x="0" y="1600201"/>
            <a:ext cx="5893593" cy="4572000"/>
          </a:xfrm>
          <a:noFill/>
        </p:spPr>
        <p:txBody>
          <a:bodyPr vert="horz" lIns="59436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1727F760-24DE-9A42-B7E9-356D8DC2BDAE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5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 Colo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Layout: Text on Left, Graphic on Right - Click to Edit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4FD1F5D3-21E9-5341-B48A-48F1E4CF33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D7F87D5F-EABF-6E97-FCBB-22D4040C1B6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ltGray">
          <a:xfrm>
            <a:off x="6323381" y="1600201"/>
            <a:ext cx="5865445" cy="4572000"/>
          </a:xfrm>
          <a:noFill/>
        </p:spPr>
        <p:txBody>
          <a:bodyPr vert="horz" lIns="45720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ntent Placeholder 17">
            <a:extLst>
              <a:ext uri="{FF2B5EF4-FFF2-40B4-BE49-F238E27FC236}">
                <a16:creationId xmlns:a16="http://schemas.microsoft.com/office/drawing/2014/main" id="{CA8AC63D-F94C-D60E-8AB3-9211BDCC455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ltGray">
          <a:xfrm>
            <a:off x="0" y="1600201"/>
            <a:ext cx="5893593" cy="4572000"/>
          </a:xfrm>
          <a:solidFill>
            <a:srgbClr val="F4F8FA"/>
          </a:solidFill>
        </p:spPr>
        <p:txBody>
          <a:bodyPr vert="horz" lIns="59436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4FD1F5D3-21E9-5341-B48A-48F1E4CF33AB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1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A1FE0B-90B1-4BED-9AA5-6DC9F6424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Text Comparison Layout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541C7AA-97CA-4F96-9506-F144DA2CD8E2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E550D89-51A7-894E-88FB-394F3178F2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92866" y="1600202"/>
            <a:ext cx="5287234" cy="875370"/>
          </a:xfrm>
          <a:noFill/>
        </p:spPr>
        <p:txBody>
          <a:bodyPr vert="horz" lIns="0" tIns="91440" rIns="457200" bIns="91440" rtlCol="0" anchor="b">
            <a:noAutofit/>
          </a:bodyPr>
          <a:lstStyle>
            <a:lvl1pPr>
              <a:defRPr lang="en-US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header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1B5F83-A93D-544C-8DB4-B164DBF2F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0170DFD5-97D2-3349-AE52-EB22861A688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592865" y="2621020"/>
            <a:ext cx="5315794" cy="354402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61E082F-F30B-BC46-BB99-CA9B65C081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308726" y="1600202"/>
            <a:ext cx="5287234" cy="875370"/>
          </a:xfrm>
          <a:noFill/>
        </p:spPr>
        <p:txBody>
          <a:bodyPr vert="horz" lIns="0" tIns="91440" rIns="457200" bIns="91440" rtlCol="0" anchor="b">
            <a:noAutofit/>
          </a:bodyPr>
          <a:lstStyle>
            <a:lvl1pPr>
              <a:defRPr lang="en-US"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header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7D4F8B-2025-D14C-A41E-9C0B401DE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9" name="Content Placeholder 17">
            <a:extLst>
              <a:ext uri="{FF2B5EF4-FFF2-40B4-BE49-F238E27FC236}">
                <a16:creationId xmlns:a16="http://schemas.microsoft.com/office/drawing/2014/main" id="{3EE56D9F-2DF2-4F43-A13A-4844DFE465A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6308143" y="2621280"/>
            <a:ext cx="5287234" cy="3575124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age number">
            <a:extLst>
              <a:ext uri="{FF2B5EF4-FFF2-40B4-BE49-F238E27FC236}">
                <a16:creationId xmlns:a16="http://schemas.microsoft.com/office/drawing/2014/main" id="{3E816477-50B7-9248-BE5F-B9062610CEE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1B5F83-A93D-544C-8DB4-B164DBF2F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7D4F8B-2025-D14C-A41E-9C0B401DE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3E816477-50B7-9248-BE5F-B9062610CEEE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F2C94F-DA57-4BDB-8E5C-E4A0C7522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Three-content Layout – Three Horizontal Text Boxes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C59F98B-A991-4DEC-A409-289E778CB84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E0956C27-3D46-7745-A4A9-42842784C1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2866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2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64666E-28C9-844E-91D8-ECA2F1E57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8975597-2DC5-4748-87A2-37C22D522B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7616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3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F48BF931-C509-8F46-8576-3656F9F4BA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01859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4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B963A1-3810-7A40-8918-6D6D68B4A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7788490C-B63E-8E46-A9C1-9CF865F7FA57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7DA4B3-27AC-8A64-FD5E-59AEAE0D8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AF0ECF-E71C-8AC9-36B9-29CB570B16D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92866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43B6B0E-4AB9-6144-29E4-820FC763DE9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297616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EE5625D-A2F8-6592-7C13-07EAF5CBBC3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001859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4666E-28C9-844E-91D8-ECA2F1E57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B963A1-3810-7A40-8918-6D6D68B4A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7788490C-B63E-8E46-A9C1-9CF865F7FA57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7DA4B3-27AC-8A64-FD5E-59AEAE0D8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59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ynamic –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46AD2E-9306-49E7-A98B-7D26E458C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– Highlight Text on Left, Text/Graphic on Right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51435C2-3F7C-4835-8DB0-71E2C00537C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4AC6E-1611-244C-BA28-696924BAB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FD232-93CB-4B54-A933-93C11B099F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1609531"/>
            <a:ext cx="2894013" cy="4572000"/>
          </a:xfrm>
          <a:solidFill>
            <a:srgbClr val="F4F8FA"/>
          </a:solidFill>
        </p:spPr>
        <p:txBody>
          <a:bodyPr vert="horz" lIns="274320" tIns="457200" rIns="457200" bIns="457200" rtlCol="0">
            <a:noAutofit/>
          </a:bodyPr>
          <a:lstStyle>
            <a:lvl1pPr>
              <a:defRPr lang="en-US" sz="1800" dirty="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lang="en-US" sz="1600" dirty="0" smtClean="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lang="en-US" sz="1400" dirty="0" smtClean="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lang="en-US" sz="1200" dirty="0" smtClean="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lang="en-US" sz="1200" dirty="0">
                <a:solidFill>
                  <a:schemeClr val="accent2"/>
                </a:solidFill>
              </a:defRPr>
            </a:lvl5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7AE2CA-1B34-4F04-BD7F-F624F20E9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51213" y="1609531"/>
            <a:ext cx="8229600" cy="4572000"/>
          </a:xfrm>
        </p:spPr>
        <p:txBody>
          <a:bodyPr vert="horz" lIns="0" tIns="45720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dirty="0" smtClean="0">
                <a:solidFill>
                  <a:schemeClr val="tx1"/>
                </a:solidFill>
              </a:defRPr>
            </a:lvl3pPr>
            <a:lvl4pPr>
              <a:defRPr lang="en-US" dirty="0" smtClean="0">
                <a:solidFill>
                  <a:schemeClr val="tx1"/>
                </a:solidFill>
              </a:defRPr>
            </a:lvl4pPr>
            <a:lvl5pPr>
              <a:defRPr lang="en-US" dirty="0" smtClean="0">
                <a:solidFill>
                  <a:schemeClr val="tx1"/>
                </a:solidFill>
              </a:defRPr>
            </a:lvl5pPr>
            <a:lvl6pPr>
              <a:defRPr lang="en-US" dirty="0" smtClean="0">
                <a:solidFill>
                  <a:schemeClr val="tx1"/>
                </a:solidFill>
              </a:defRPr>
            </a:lvl6pPr>
            <a:lvl7pPr>
              <a:defRPr lang="en-US" dirty="0" smtClean="0">
                <a:solidFill>
                  <a:schemeClr val="tx1"/>
                </a:solidFill>
              </a:defRPr>
            </a:lvl7pPr>
            <a:lvl8pPr>
              <a:defRPr lang="en-US" dirty="0">
                <a:solidFill>
                  <a:schemeClr val="tx1"/>
                </a:solidFill>
              </a:defRPr>
            </a:lvl8pPr>
          </a:lstStyle>
          <a:p>
            <a:pPr lvl="0"/>
            <a:r>
              <a:rPr lang="en-US" dirty="0"/>
              <a:t>Click to add graph, diagram or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1270000" lvl="5" indent="-117475"/>
            <a:r>
              <a:rPr lang="en-US" dirty="0"/>
              <a:t>Sixth level</a:t>
            </a:r>
          </a:p>
          <a:p>
            <a:pPr marL="1438275" lvl="6" indent="-117475"/>
            <a:r>
              <a:rPr lang="en-US" dirty="0"/>
              <a:t>Seventh level</a:t>
            </a:r>
          </a:p>
          <a:p>
            <a:pPr marL="1554163" lvl="7" indent="-115888">
              <a:lnSpc>
                <a:spcPct val="90000"/>
              </a:lnSpc>
            </a:pPr>
            <a:r>
              <a:rPr lang="en-US" dirty="0"/>
              <a:t>Ninth level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1A93E906-C928-C345-B032-1F5C677FAEDD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64AC6E-1611-244C-BA28-696924BAB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1A93E906-C928-C345-B032-1F5C677FAEDD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9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ynamic –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2A934A-AC6B-460C-9C93-B13CF6B62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– Highlight Text on Right, Text/Graphic on Left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6F5131D-84AE-4294-83A1-243FE1C81A8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EA3FFB13-8625-D245-BD64-AAC7CCCB5B6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B60DB8-F067-969E-72B5-4E90025E5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93DEE-AB9E-C81E-DF9C-D1BE09F22E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94812" y="1609531"/>
            <a:ext cx="2894013" cy="4572000"/>
          </a:xfrm>
          <a:solidFill>
            <a:srgbClr val="F4F8FA"/>
          </a:solidFill>
        </p:spPr>
        <p:txBody>
          <a:bodyPr vert="horz" lIns="274320" tIns="457200" rIns="457200" bIns="457200" rtlCol="0">
            <a:noAutofit/>
          </a:bodyPr>
          <a:lstStyle>
            <a:lvl1pPr>
              <a:defRPr lang="en-US" sz="1800" dirty="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lang="en-US" sz="1600" dirty="0" smtClean="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lang="en-US" sz="1400" dirty="0" smtClean="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lang="en-US" sz="1200" dirty="0" smtClean="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lang="en-US" sz="1200" dirty="0">
                <a:solidFill>
                  <a:schemeClr val="accent2"/>
                </a:solidFill>
              </a:defRPr>
            </a:lvl5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DC18C6BC-2416-B51C-F45A-9BCC874B47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0" y="1609531"/>
            <a:ext cx="8229600" cy="4572000"/>
          </a:xfrm>
        </p:spPr>
        <p:txBody>
          <a:bodyPr vert="horz" lIns="594360" tIns="45720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dirty="0" smtClean="0">
                <a:solidFill>
                  <a:schemeClr val="tx1"/>
                </a:solidFill>
              </a:defRPr>
            </a:lvl3pPr>
            <a:lvl4pPr>
              <a:defRPr lang="en-US" dirty="0" smtClean="0">
                <a:solidFill>
                  <a:schemeClr val="tx1"/>
                </a:solidFill>
              </a:defRPr>
            </a:lvl4pPr>
            <a:lvl5pPr>
              <a:defRPr lang="en-US" dirty="0" smtClean="0">
                <a:solidFill>
                  <a:schemeClr val="tx1"/>
                </a:solidFill>
              </a:defRPr>
            </a:lvl5pPr>
            <a:lvl6pPr>
              <a:defRPr lang="en-US" dirty="0" smtClean="0">
                <a:solidFill>
                  <a:schemeClr val="tx1"/>
                </a:solidFill>
              </a:defRPr>
            </a:lvl6pPr>
            <a:lvl7pPr>
              <a:defRPr lang="en-US" dirty="0" smtClean="0">
                <a:solidFill>
                  <a:schemeClr val="tx1"/>
                </a:solidFill>
              </a:defRPr>
            </a:lvl7pPr>
            <a:lvl8pPr>
              <a:defRPr lang="en-US" dirty="0">
                <a:solidFill>
                  <a:schemeClr val="tx1"/>
                </a:solidFill>
              </a:defRPr>
            </a:lvl8pPr>
          </a:lstStyle>
          <a:p>
            <a:pPr lvl="0"/>
            <a:r>
              <a:rPr lang="en-US" dirty="0"/>
              <a:t>Click to add graph, diagram or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1270000" lvl="5" indent="-117475"/>
            <a:r>
              <a:rPr lang="en-US" dirty="0"/>
              <a:t>Sixth level</a:t>
            </a:r>
          </a:p>
          <a:p>
            <a:pPr marL="1438275" lvl="6" indent="-117475"/>
            <a:r>
              <a:rPr lang="en-US" dirty="0"/>
              <a:t>Seventh level</a:t>
            </a:r>
          </a:p>
          <a:p>
            <a:pPr marL="1554163" lvl="7" indent="-115888">
              <a:lnSpc>
                <a:spcPct val="90000"/>
              </a:lnSpc>
            </a:pPr>
            <a:r>
              <a:rPr lang="en-US" dirty="0"/>
              <a:t>Ninth level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EA3FFB13-8625-D245-BD64-AAC7CCCB5B64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B60DB8-F067-969E-72B5-4E90025E5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26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with Content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57BCD9-063B-4ED4-B68C-092EC2C34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Diagram with Content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0D276D7-17CD-46AB-99B2-97FD34FEEFF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E2C737-3A4D-924A-88B5-FA4D5C8A0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496CC-9DD2-4299-850C-005958FB65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0413" y="1600200"/>
            <a:ext cx="3808412" cy="4572000"/>
          </a:xfrm>
        </p:spPr>
        <p:txBody>
          <a:bodyPr tIns="457200" rIns="594360" bIns="457200"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sz="140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sz="120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5pPr>
            <a:lvl6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6pPr>
            <a:lvl7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7pPr>
            <a:lvl8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8pPr>
            <a:lvl9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0D34A4A0-0C07-994F-9539-A07F4B06F18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C05F02B7-B99F-8424-E971-B7478FAB40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608012" y="1600201"/>
            <a:ext cx="7398303" cy="4572000"/>
          </a:xfrm>
          <a:noFill/>
        </p:spPr>
        <p:txBody>
          <a:bodyPr vert="horz" lIns="594360" tIns="1371600" rIns="457200" bIns="457200" rtlCol="0">
            <a:noAutofit/>
          </a:bodyPr>
          <a:lstStyle>
            <a:lvl1pPr algn="ctr">
              <a:spcBef>
                <a:spcPts val="1200"/>
              </a:spcBef>
              <a:defRPr lang="en-US" sz="1100" dirty="0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 lang="en-US" sz="16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14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5pPr>
            <a:lvl6pPr>
              <a:buClrTx/>
              <a:defRPr sz="1800">
                <a:solidFill>
                  <a:schemeClr val="bg1"/>
                </a:solidFill>
              </a:defRPr>
            </a:lvl6pPr>
            <a:lvl7pPr>
              <a:buClrTx/>
              <a:defRPr sz="1400">
                <a:solidFill>
                  <a:schemeClr val="bg1"/>
                </a:solidFill>
              </a:defRPr>
            </a:lvl7pPr>
            <a:lvl8pPr>
              <a:buClrTx/>
              <a:defRPr sz="1200">
                <a:solidFill>
                  <a:schemeClr val="bg1"/>
                </a:solidFill>
              </a:defRPr>
            </a:lvl8pPr>
            <a:lvl9pPr>
              <a:buClrTx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NOTE: This is intended for a diagram only.</a:t>
            </a:r>
            <a:br>
              <a:rPr lang="en-US" dirty="0"/>
            </a:br>
            <a:r>
              <a:rPr lang="en-US" dirty="0"/>
              <a:t>Not recommended to add text here, as it’s not formatted for it.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E2C737-3A4D-924A-88B5-FA4D5C8A0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0D34A4A0-0C07-994F-9539-A07F4B06F184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7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with Outcome, Benef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15888C-CFB4-4BEC-9B94-46E698DF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Diagram with Outcome/Benefit Content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E9D6A872-88BD-4DFC-AFFD-1E9BEEB6533B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6D4D92B-574E-4F63-A5BA-8F7282B54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1608668"/>
            <a:ext cx="3808412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05EB21-86C3-42EF-BFE7-549D9EA364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0413" y="1699688"/>
            <a:ext cx="2006600" cy="298450"/>
          </a:xfrm>
        </p:spPr>
        <p:txBody>
          <a:bodyPr anchor="b"/>
          <a:lstStyle>
            <a:lvl1pPr>
              <a:defRPr sz="180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Outcome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81D19-2DDB-4D83-983D-3D159A7DE7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78825" y="2063048"/>
            <a:ext cx="3201988" cy="1600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789B473-DDE6-4450-A111-3761F341A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3872441"/>
            <a:ext cx="3808412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Placeholder 6">
            <a:extLst>
              <a:ext uri="{FF2B5EF4-FFF2-40B4-BE49-F238E27FC236}">
                <a16:creationId xmlns:a16="http://schemas.microsoft.com/office/drawing/2014/main" id="{0D0977FA-A4CA-4F1F-8109-D7498D165E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0413" y="3972469"/>
            <a:ext cx="2006600" cy="298450"/>
          </a:xfrm>
        </p:spPr>
        <p:txBody>
          <a:bodyPr anchor="b"/>
          <a:lstStyle>
            <a:lvl1pPr>
              <a:defRPr sz="1800">
                <a:solidFill>
                  <a:schemeClr val="accent4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Benefit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1458BF-96C1-46C6-A67F-AD0FB4B4E5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78825" y="4347904"/>
            <a:ext cx="3201988" cy="1600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2520CB7B-27A1-0749-95BA-681D8A0535D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81258617-CE72-E542-2E67-9B2874ED90B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608012" y="1600201"/>
            <a:ext cx="7398303" cy="4572000"/>
          </a:xfrm>
          <a:noFill/>
        </p:spPr>
        <p:txBody>
          <a:bodyPr vert="horz" lIns="594360" tIns="1371600" rIns="457200" bIns="457200" rtlCol="0">
            <a:noAutofit/>
          </a:bodyPr>
          <a:lstStyle>
            <a:lvl1pPr algn="ctr">
              <a:spcBef>
                <a:spcPts val="1200"/>
              </a:spcBef>
              <a:defRPr lang="en-US" sz="1100" dirty="0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 lang="en-US" sz="16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14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5pPr>
            <a:lvl6pPr>
              <a:buClrTx/>
              <a:defRPr sz="1800">
                <a:solidFill>
                  <a:schemeClr val="bg1"/>
                </a:solidFill>
              </a:defRPr>
            </a:lvl6pPr>
            <a:lvl7pPr>
              <a:buClrTx/>
              <a:defRPr sz="1400">
                <a:solidFill>
                  <a:schemeClr val="bg1"/>
                </a:solidFill>
              </a:defRPr>
            </a:lvl7pPr>
            <a:lvl8pPr>
              <a:buClrTx/>
              <a:defRPr sz="1200">
                <a:solidFill>
                  <a:schemeClr val="bg1"/>
                </a:solidFill>
              </a:defRPr>
            </a:lvl8pPr>
            <a:lvl9pPr>
              <a:buClrTx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NOTE: This is intended for a diagram only.</a:t>
            </a:r>
            <a:br>
              <a:rPr lang="en-US"/>
            </a:br>
            <a:r>
              <a:rPr lang="en-US"/>
              <a:t>Not recommended to add text here, as it’s not formatted for it.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D4D92B-574E-4F63-A5BA-8F7282B54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80413" y="1608668"/>
            <a:ext cx="3808412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89B473-DDE6-4450-A111-3761F341A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80413" y="3872441"/>
            <a:ext cx="3808412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age number">
            <a:extLst>
              <a:ext uri="{FF2B5EF4-FFF2-40B4-BE49-F238E27FC236}">
                <a16:creationId xmlns:a16="http://schemas.microsoft.com/office/drawing/2014/main" id="{2520CB7B-27A1-0749-95BA-681D8A0535D2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8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er Suc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>
            <a:extLst>
              <a:ext uri="{FF2B5EF4-FFF2-40B4-BE49-F238E27FC236}">
                <a16:creationId xmlns:a16="http://schemas.microsoft.com/office/drawing/2014/main" id="{05E46EAA-9D16-0D47-AF18-92C449033D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809" y="412751"/>
            <a:ext cx="11001004" cy="381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Customer Success – add Company Name here</a:t>
            </a: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CEFD99AC-6466-F04E-8E45-7EEEEA01BA6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the highlighted business impact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4F46384-B6E3-0D43-924E-874DEC234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7">
            <a:extLst>
              <a:ext uri="{FF2B5EF4-FFF2-40B4-BE49-F238E27FC236}">
                <a16:creationId xmlns:a16="http://schemas.microsoft.com/office/drawing/2014/main" id="{767C0863-B9D1-344E-A978-CD49E9400F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1645" y="1901093"/>
            <a:ext cx="3201848" cy="1214595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3526770-8F35-FB4A-8638-521D0DA87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17">
            <a:extLst>
              <a:ext uri="{FF2B5EF4-FFF2-40B4-BE49-F238E27FC236}">
                <a16:creationId xmlns:a16="http://schemas.microsoft.com/office/drawing/2014/main" id="{A2B343CF-FF49-7E4F-A7C9-0593553254F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414210" y="1901094"/>
            <a:ext cx="3201848" cy="1225566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3C08A52-2522-8C40-B8B1-C98FEBB88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7">
            <a:extLst>
              <a:ext uri="{FF2B5EF4-FFF2-40B4-BE49-F238E27FC236}">
                <a16:creationId xmlns:a16="http://schemas.microsoft.com/office/drawing/2014/main" id="{65BA7F3E-AD8D-A54C-B026-DAA8FC9C054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1645" y="3693430"/>
            <a:ext cx="3201848" cy="1110049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B57CCC6-06B1-7342-99B0-BC7C8FBE5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17">
            <a:extLst>
              <a:ext uri="{FF2B5EF4-FFF2-40B4-BE49-F238E27FC236}">
                <a16:creationId xmlns:a16="http://schemas.microsoft.com/office/drawing/2014/main" id="{3265790D-1104-8D4D-A8C6-F7A7E77F664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414210" y="3693430"/>
            <a:ext cx="3201848" cy="1132351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3C87E7C-5ED2-214E-8A38-ED05177A6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8739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6">
            <a:extLst>
              <a:ext uri="{FF2B5EF4-FFF2-40B4-BE49-F238E27FC236}">
                <a16:creationId xmlns:a16="http://schemas.microsoft.com/office/drawing/2014/main" id="{F0EFE66F-363C-804E-BABD-F54C3E33FD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3093" y="5327336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One</a:t>
            </a:r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0166C751-50F5-8B4F-9A97-B83901E78B0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3093" y="5593624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Two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0D57825D-E522-644D-8F4A-0B77A7036E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3093" y="5859911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Three</a:t>
            </a:r>
          </a:p>
        </p:txBody>
      </p:sp>
      <p:sp>
        <p:nvSpPr>
          <p:cNvPr id="61" name="Text Placeholder 6">
            <a:extLst>
              <a:ext uri="{FF2B5EF4-FFF2-40B4-BE49-F238E27FC236}">
                <a16:creationId xmlns:a16="http://schemas.microsoft.com/office/drawing/2014/main" id="{EBAAD5C6-0007-A84B-A2C2-FCC2F00B4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00790" y="5327336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One</a:t>
            </a:r>
          </a:p>
        </p:txBody>
      </p:sp>
      <p:sp>
        <p:nvSpPr>
          <p:cNvPr id="62" name="Text Placeholder 6">
            <a:extLst>
              <a:ext uri="{FF2B5EF4-FFF2-40B4-BE49-F238E27FC236}">
                <a16:creationId xmlns:a16="http://schemas.microsoft.com/office/drawing/2014/main" id="{A8B7A6ED-D85B-2E4C-BCD6-D130232A3F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00790" y="5593624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Two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C507BC1F-4225-8C48-9110-5D75D900FFC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00790" y="5859911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Three</a:t>
            </a:r>
          </a:p>
        </p:txBody>
      </p:sp>
      <p:sp>
        <p:nvSpPr>
          <p:cNvPr id="45" name="Picture Placeholder 8">
            <a:extLst>
              <a:ext uri="{FF2B5EF4-FFF2-40B4-BE49-F238E27FC236}">
                <a16:creationId xmlns:a16="http://schemas.microsoft.com/office/drawing/2014/main" id="{231A51E8-5046-A444-8DFA-A0B8E647C4F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07965" y="1600200"/>
            <a:ext cx="1841500" cy="660399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Logo here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81E8E56D-8554-4E46-BBBC-E98827D1EE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9465" y="2347933"/>
            <a:ext cx="3206750" cy="241300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2pPr>
            <a:lvl3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Location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59903D24-0D11-174E-9765-B2914D00A8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9465" y="2647290"/>
            <a:ext cx="3206750" cy="241300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2pPr>
            <a:lvl3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Industry</a:t>
            </a:r>
          </a:p>
        </p:txBody>
      </p:sp>
      <p:sp>
        <p:nvSpPr>
          <p:cNvPr id="42" name="Picture Placeholder 5">
            <a:extLst>
              <a:ext uri="{FF2B5EF4-FFF2-40B4-BE49-F238E27FC236}">
                <a16:creationId xmlns:a16="http://schemas.microsoft.com/office/drawing/2014/main" id="{2EDE5296-3D34-0C47-A404-38FF5A22C6D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515815" y="2971800"/>
            <a:ext cx="3194050" cy="1828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C7B1EDB8-ADF5-9C41-B4C4-26AA9C0B9D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15815" y="5022214"/>
            <a:ext cx="3200400" cy="115379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Open Sans" panose="020B0606030504020204" pitchFamily="34" charset="0"/>
              <a:buChar char="​"/>
              <a:defRPr sz="1200">
                <a:solidFill>
                  <a:schemeClr val="tx1"/>
                </a:solidFill>
              </a:defRPr>
            </a:lvl2pPr>
            <a:lvl3pPr marL="0" indent="0" algn="ctr">
              <a:buFont typeface="Open Sans" panose="020B0606030504020204" pitchFamily="34" charset="0"/>
              <a:buNone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page number">
            <a:extLst>
              <a:ext uri="{FF2B5EF4-FFF2-40B4-BE49-F238E27FC236}">
                <a16:creationId xmlns:a16="http://schemas.microsoft.com/office/drawing/2014/main" id="{CB20449E-0760-3743-8E7C-7D6BA7165F7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ABBF0D-1BD1-F9E7-64FF-6B8D87E61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906119E-8D41-BF4A-7D53-2FBB71F653C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013" y="1552575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About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2D6E64-9DD1-43CD-C247-B83E374482F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11663" y="1552575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solution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02A9C0F-4D4C-0EEC-0E20-65368D1177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8013" y="3338514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challenges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DEF5052-BBAD-A22B-0D68-BBBFD70637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427538" y="3338514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impact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FFF9CD2-0893-33FB-480A-506C7095C2F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8013" y="5022850"/>
            <a:ext cx="3200400" cy="227013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products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2B49FE0-BA78-9DF9-AB7D-9F52651E9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427538" y="5022850"/>
            <a:ext cx="3200400" cy="227013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Strategic priorities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F46384-B6E3-0D43-924E-874DEC234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526770-8F35-FB4A-8638-521D0DA87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12165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C08A52-2522-8C40-B8B1-C98FEBB88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B57CCC6-06B1-7342-99B0-BC7C8FBE5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12165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3C87E7C-5ED2-214E-8A38-ED05177A6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8739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age number">
            <a:extLst>
              <a:ext uri="{FF2B5EF4-FFF2-40B4-BE49-F238E27FC236}">
                <a16:creationId xmlns:a16="http://schemas.microsoft.com/office/drawing/2014/main" id="{CB20449E-0760-3743-8E7C-7D6BA7165F7F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CABBF0D-1BD1-F9E7-64FF-6B8D87E61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12165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21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C5A99F-0678-4DC4-A266-1AD031E9C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Three Icon Placeholders with Text Descriptions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BF1472-E940-4CC7-B5D3-349346A425A8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C210DC-5DBB-4F0D-875F-CD8AAAB93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981877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3C9F48F-8CFB-DD45-AE7E-6A5DE26F95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88103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C9B40-9AF4-4EF7-8384-2ACE79EA95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5905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 here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ECF9D0-D7A8-43DD-B38D-E1090C0B3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184924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4DBEFEC-821B-4F4E-8D5E-E6843BF1A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08612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69CA39A-E967-4A68-A944-35C345A456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1225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 here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6F04B0-7860-407F-85B7-42E38FAFE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389301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1A16A22-350B-4B24-A3CD-4D5DE470D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23213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 here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545A424-E307-E14F-A89B-1A531D114F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09012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6122FC91-666D-7A42-9D21-9800CF4E370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C210DC-5DBB-4F0D-875F-CD8AAAB93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981877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ECF9D0-D7A8-43DD-B38D-E1090C0B3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184924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46F04B0-7860-407F-85B7-42E38FAFE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389301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page number">
            <a:extLst>
              <a:ext uri="{FF2B5EF4-FFF2-40B4-BE49-F238E27FC236}">
                <a16:creationId xmlns:a16="http://schemas.microsoft.com/office/drawing/2014/main" id="{6122FC91-666D-7A42-9D21-9800CF4E3706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20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6ED71B-2619-4816-B753-5E850ED08F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Four Icon Placeholders with Text Descriptions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B679D5C-AEFA-4052-96E3-7DF67D7C105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85441A7-EBA5-4ABB-8D29-CE4338F0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65749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2EA9D9-DD59-0A4A-94D5-AC136E79C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3703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3A73281-E5F0-4C3B-BE4E-A12D56CC10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67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4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5D908EF-1F96-4808-A8DB-F55AB9E8E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8069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7F1E977-D1E8-7040-8576-578BD8CB84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00597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0078EAE-661A-4C72-917B-F0225239F6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798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670C03F-6336-45E3-A9F4-0CD130D80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562100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6B608689-50E6-784F-8AFD-D13D124BAA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2120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66D6B40-9CB0-4B56-A3E1-9A7F945F09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230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019BB56-AE7C-42CA-A8FF-432F4F176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3021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90217BC-3881-DF41-A8F3-900AF04F1B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38248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5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6F5CA9C-E491-4F70-B6EE-A506410601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62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0" name="page number">
            <a:extLst>
              <a:ext uri="{FF2B5EF4-FFF2-40B4-BE49-F238E27FC236}">
                <a16:creationId xmlns:a16="http://schemas.microsoft.com/office/drawing/2014/main" id="{1D45AB97-9B77-2244-B7BA-E18EA4CD43E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85441A7-EBA5-4ABB-8D29-CE4338F0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065749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D908EF-1F96-4808-A8DB-F55AB9E8E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38069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70C03F-6336-45E3-A9F4-0CD130D80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6562100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019BB56-AE7C-42CA-A8FF-432F4F176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93021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page number">
            <a:extLst>
              <a:ext uri="{FF2B5EF4-FFF2-40B4-BE49-F238E27FC236}">
                <a16:creationId xmlns:a16="http://schemas.microsoft.com/office/drawing/2014/main" id="{1D45AB97-9B77-2244-B7BA-E18EA4CD43EA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5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Five Icon Placeholders with Text Descriptions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FDF9D3-5B68-4A75-97BF-2C5113CFA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0980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3C6552-FD35-F64A-AB25-15819DA5EE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549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850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51C90A-573F-4E4A-9359-5C7B0F546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2892452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54AA791-D396-204E-9DF4-50E16614DD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10473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94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79E162-3D8F-4829-A4AD-02A03597B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20138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6390E06-1436-004E-875E-AAE40E05D7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12658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509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26B9B36-08E7-4664-970C-13123F24C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464921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673B6CF-B10C-8742-A91F-672EAD5163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77080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5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70001" y="4282873"/>
            <a:ext cx="1894336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EAB1992-E472-4489-8A4E-A8FE45DE1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744473" y="2064663"/>
            <a:ext cx="1828959" cy="1828959"/>
          </a:xfrm>
          <a:prstGeom prst="ellipse">
            <a:avLst/>
          </a:prstGeom>
          <a:noFill/>
          <a:ln w="381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FF3DA55F-C9CF-8945-A9DE-F606579BFE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80612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bg2">
                    <a:lumMod val="2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DC9B65E-8BAA-4676-9F32-44EC3772D3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2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7" name="page number">
            <a:extLst>
              <a:ext uri="{FF2B5EF4-FFF2-40B4-BE49-F238E27FC236}">
                <a16:creationId xmlns:a16="http://schemas.microsoft.com/office/drawing/2014/main" id="{6D94DD40-25D8-6A48-98B5-B2B0FB64FD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1FDF9D3-5B68-4A75-97BF-2C5113CFA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60980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551C90A-573F-4E4A-9359-5C7B0F546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2892452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F79E162-3D8F-4829-A4AD-02A03597B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20138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26B9B36-08E7-4664-970C-13123F24C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7464921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EAB1992-E472-4489-8A4E-A8FE45DE1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9744473" y="2064663"/>
            <a:ext cx="1828959" cy="1828959"/>
          </a:xfrm>
          <a:prstGeom prst="ellipse">
            <a:avLst/>
          </a:prstGeom>
          <a:noFill/>
          <a:ln w="381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36" name="page number">
            <a:extLst>
              <a:ext uri="{FF2B5EF4-FFF2-40B4-BE49-F238E27FC236}">
                <a16:creationId xmlns:a16="http://schemas.microsoft.com/office/drawing/2014/main" id="{6D94DD40-25D8-6A48-98B5-B2B0FB64FDAB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9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Numbere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2EE46A-2B6A-D0CE-D67A-E39C4516F8BB}"/>
              </a:ext>
            </a:extLst>
          </p:cNvPr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C9EA80-9EA8-343E-F517-1CAD885879D6}"/>
              </a:ext>
            </a:extLst>
          </p:cNvPr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D23D95-E4CC-0B03-48A9-0EC81B2368E5}"/>
              </a:ext>
            </a:extLst>
          </p:cNvPr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37E5D6-04BF-01BC-A221-0F1D603C51D8}"/>
              </a:ext>
            </a:extLst>
          </p:cNvPr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142366-F01F-D56A-11BB-7D669E9AD2B4}"/>
              </a:ext>
            </a:extLst>
          </p:cNvPr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Five Column Text with Number Icons Click to Add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2EA033-41AE-6148-A260-889FF59E41C9}"/>
              </a:ext>
            </a:extLst>
          </p:cNvPr>
          <p:cNvCxnSpPr/>
          <p:nvPr/>
        </p:nvCxnSpPr>
        <p:spPr bwMode="gray">
          <a:xfrm>
            <a:off x="610850" y="2512464"/>
            <a:ext cx="1828800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851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2FF207-1B75-1940-91E1-2692254C727F}"/>
              </a:ext>
            </a:extLst>
          </p:cNvPr>
          <p:cNvCxnSpPr/>
          <p:nvPr/>
        </p:nvCxnSpPr>
        <p:spPr bwMode="gray">
          <a:xfrm>
            <a:off x="2894013" y="2512464"/>
            <a:ext cx="1828800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9401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defRPr sz="20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3341DC-DE80-5E4C-A4C9-C984D7074760}"/>
              </a:ext>
            </a:extLst>
          </p:cNvPr>
          <p:cNvCxnSpPr/>
          <p:nvPr/>
        </p:nvCxnSpPr>
        <p:spPr bwMode="gray">
          <a:xfrm>
            <a:off x="5185093" y="2512464"/>
            <a:ext cx="1828800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509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28E238A-DE09-DD4F-A6F3-2F244E7301C3}"/>
              </a:ext>
            </a:extLst>
          </p:cNvPr>
          <p:cNvCxnSpPr/>
          <p:nvPr/>
        </p:nvCxnSpPr>
        <p:spPr bwMode="gray">
          <a:xfrm>
            <a:off x="7470001" y="2512464"/>
            <a:ext cx="1828800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70001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B64954-CA3A-494E-B70D-3405C9F592D8}"/>
              </a:ext>
            </a:extLst>
          </p:cNvPr>
          <p:cNvCxnSpPr/>
          <p:nvPr/>
        </p:nvCxnSpPr>
        <p:spPr bwMode="gray">
          <a:xfrm>
            <a:off x="9752013" y="2512464"/>
            <a:ext cx="1828800" cy="0"/>
          </a:xfrm>
          <a:prstGeom prst="line">
            <a:avLst/>
          </a:prstGeom>
          <a:ln w="25400">
            <a:solidFill>
              <a:srgbClr val="53565A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DC9B65E-8BAA-4676-9F32-44EC3772D3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201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3" name="page number">
            <a:extLst>
              <a:ext uri="{FF2B5EF4-FFF2-40B4-BE49-F238E27FC236}">
                <a16:creationId xmlns:a16="http://schemas.microsoft.com/office/drawing/2014/main" id="{778B9E91-325F-BB46-BB33-20219DF70C9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F6B89BA-DE17-014A-9ED8-790359ADE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131007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609A2D8-18F0-8A47-BD8C-DD1AF0B6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414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>
                <a:solidFill>
                  <a:schemeClr val="accent3"/>
                </a:solidFill>
              </a:rPr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0E1473-AF0F-7C48-8FAF-3848C1B61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70525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4E1A06A-E5D9-064B-85F4-74B463C7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990158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7824627-50AB-F94E-9519-EADC5841F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272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2EE46A-2B6A-D0CE-D67A-E39C4516F8BB}"/>
              </a:ext>
            </a:extLst>
          </p:cNvPr>
          <p:cNvSpPr/>
          <p:nvPr userDrawn="1"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C9EA80-9EA8-343E-F517-1CAD885879D6}"/>
              </a:ext>
            </a:extLst>
          </p:cNvPr>
          <p:cNvSpPr/>
          <p:nvPr userDrawn="1"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D23D95-E4CC-0B03-48A9-0EC81B2368E5}"/>
              </a:ext>
            </a:extLst>
          </p:cNvPr>
          <p:cNvSpPr/>
          <p:nvPr userDrawn="1"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37E5D6-04BF-01BC-A221-0F1D603C51D8}"/>
              </a:ext>
            </a:extLst>
          </p:cNvPr>
          <p:cNvSpPr/>
          <p:nvPr userDrawn="1"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142366-F01F-D56A-11BB-7D669E9AD2B4}"/>
              </a:ext>
            </a:extLst>
          </p:cNvPr>
          <p:cNvSpPr/>
          <p:nvPr userDrawn="1"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82EA033-41AE-6148-A260-889FF59E41C9}"/>
              </a:ext>
            </a:extLst>
          </p:cNvPr>
          <p:cNvCxnSpPr/>
          <p:nvPr userDrawn="1"/>
        </p:nvCxnSpPr>
        <p:spPr bwMode="gray">
          <a:xfrm>
            <a:off x="610850" y="2512464"/>
            <a:ext cx="1828800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2FF207-1B75-1940-91E1-2692254C727F}"/>
              </a:ext>
            </a:extLst>
          </p:cNvPr>
          <p:cNvCxnSpPr/>
          <p:nvPr userDrawn="1"/>
        </p:nvCxnSpPr>
        <p:spPr bwMode="gray">
          <a:xfrm>
            <a:off x="2894013" y="2512464"/>
            <a:ext cx="1828800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03341DC-DE80-5E4C-A4C9-C984D7074760}"/>
              </a:ext>
            </a:extLst>
          </p:cNvPr>
          <p:cNvCxnSpPr/>
          <p:nvPr userDrawn="1"/>
        </p:nvCxnSpPr>
        <p:spPr bwMode="gray">
          <a:xfrm>
            <a:off x="5185093" y="2512464"/>
            <a:ext cx="1828800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28E238A-DE09-DD4F-A6F3-2F244E7301C3}"/>
              </a:ext>
            </a:extLst>
          </p:cNvPr>
          <p:cNvCxnSpPr/>
          <p:nvPr userDrawn="1"/>
        </p:nvCxnSpPr>
        <p:spPr bwMode="gray">
          <a:xfrm>
            <a:off x="7470001" y="2512464"/>
            <a:ext cx="1828800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B64954-CA3A-494E-B70D-3405C9F592D8}"/>
              </a:ext>
            </a:extLst>
          </p:cNvPr>
          <p:cNvCxnSpPr/>
          <p:nvPr userDrawn="1"/>
        </p:nvCxnSpPr>
        <p:spPr bwMode="gray">
          <a:xfrm>
            <a:off x="9752013" y="2512464"/>
            <a:ext cx="1828800" cy="0"/>
          </a:xfrm>
          <a:prstGeom prst="line">
            <a:avLst/>
          </a:prstGeom>
          <a:ln w="25400">
            <a:solidFill>
              <a:srgbClr val="53565A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page number">
            <a:extLst>
              <a:ext uri="{FF2B5EF4-FFF2-40B4-BE49-F238E27FC236}">
                <a16:creationId xmlns:a16="http://schemas.microsoft.com/office/drawing/2014/main" id="{778B9E91-325F-BB46-BB33-20219DF70C9B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F6B89BA-DE17-014A-9ED8-790359ADE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131007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609A2D8-18F0-8A47-BD8C-DD1AF0B6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3414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>
                <a:solidFill>
                  <a:schemeClr val="accent3"/>
                </a:solidFill>
              </a:rPr>
              <a:t>2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0E1473-AF0F-7C48-8FAF-3848C1B61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70525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4E1A06A-E5D9-064B-85F4-74B463C7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7990158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7824627-50AB-F94E-9519-EADC5841F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0272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4582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Chart Layout for Text – Click to Add a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ext Placeholder 3" descr="Row 1 label">
            <a:extLst>
              <a:ext uri="{FF2B5EF4-FFF2-40B4-BE49-F238E27FC236}">
                <a16:creationId xmlns:a16="http://schemas.microsoft.com/office/drawing/2014/main" id="{7077ED63-7149-B64F-804C-21E2E59DF7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1464" y="1546789"/>
            <a:ext cx="574570" cy="439174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3" descr="Row 1 text box is a long horizontal box the width of the slide acting as a header. ">
            <a:extLst>
              <a:ext uri="{FF2B5EF4-FFF2-40B4-BE49-F238E27FC236}">
                <a16:creationId xmlns:a16="http://schemas.microsoft.com/office/drawing/2014/main" id="{03CB2304-DD0F-674C-91F7-863CDF3757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4040" y="1561701"/>
            <a:ext cx="10630969" cy="429469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3" descr="Row 2 label; this row shows 4 content boxes labeled A through D, each is a different color and holds text.">
            <a:extLst>
              <a:ext uri="{FF2B5EF4-FFF2-40B4-BE49-F238E27FC236}">
                <a16:creationId xmlns:a16="http://schemas.microsoft.com/office/drawing/2014/main" id="{3E62FD32-E978-1A49-AA98-60CD14AE00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750" y="3304775"/>
            <a:ext cx="560283" cy="658026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E322B01-8AA4-6B48-98B8-90F64F16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1093076" y="2680138"/>
            <a:ext cx="2459421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 descr="Row 2, box 1: text in plum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2407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5C97932-042E-C845-9300-586CA61AB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3805092" y="2680138"/>
            <a:ext cx="2459421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3" descr="Row 2, box 3: text in indigo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6081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EFB321-2C32-7945-A5C9-A9F00AE58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6517108" y="2680138"/>
            <a:ext cx="2459421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 descr="Row 2, box 2: text in ocean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9755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8A42CD-A1AD-9149-80A3-4BFE5D75E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9229123" y="2680138"/>
            <a:ext cx="2459421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3" descr="Row 2, box 4: text in dark green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3428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37" name="Text Placeholder 3" descr="Row 3 label: this row shows six, small content boxes in a horiztonal row">
            <a:extLst>
              <a:ext uri="{FF2B5EF4-FFF2-40B4-BE49-F238E27FC236}">
                <a16:creationId xmlns:a16="http://schemas.microsoft.com/office/drawing/2014/main" id="{EF286E42-C44A-274D-B9C1-D21F1AD1DE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00038" y="5065521"/>
            <a:ext cx="545995" cy="658026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3" descr="Row 3, text box 1">
            <a:extLst>
              <a:ext uri="{FF2B5EF4-FFF2-40B4-BE49-F238E27FC236}">
                <a16:creationId xmlns:a16="http://schemas.microsoft.com/office/drawing/2014/main" id="{828E38C7-4E21-F24B-B372-9632EC441D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5051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 descr="Row 3, text box 2">
            <a:extLst>
              <a:ext uri="{FF2B5EF4-FFF2-40B4-BE49-F238E27FC236}">
                <a16:creationId xmlns:a16="http://schemas.microsoft.com/office/drawing/2014/main" id="{8B2FDC15-7948-0244-83E4-0CDCDBC619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86312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3" descr="Row 3, text box 3">
            <a:extLst>
              <a:ext uri="{FF2B5EF4-FFF2-40B4-BE49-F238E27FC236}">
                <a16:creationId xmlns:a16="http://schemas.microsoft.com/office/drawing/2014/main" id="{E4B34A83-BA8A-6844-8A56-BBD517A5B6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57573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3" descr="Row 3, text box 4">
            <a:extLst>
              <a:ext uri="{FF2B5EF4-FFF2-40B4-BE49-F238E27FC236}">
                <a16:creationId xmlns:a16="http://schemas.microsoft.com/office/drawing/2014/main" id="{532716FA-3DC7-AF41-8C5F-F9D040A439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28834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3" descr="Row 3, text box 5">
            <a:extLst>
              <a:ext uri="{FF2B5EF4-FFF2-40B4-BE49-F238E27FC236}">
                <a16:creationId xmlns:a16="http://schemas.microsoft.com/office/drawing/2014/main" id="{6EA6D41F-30CE-1443-9F1F-896A2907EC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00095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" descr="Row 3, text box 6">
            <a:extLst>
              <a:ext uri="{FF2B5EF4-FFF2-40B4-BE49-F238E27FC236}">
                <a16:creationId xmlns:a16="http://schemas.microsoft.com/office/drawing/2014/main" id="{62388AAB-5BA2-4747-B0D0-B11DA919512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71354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page number">
            <a:extLst>
              <a:ext uri="{FF2B5EF4-FFF2-40B4-BE49-F238E27FC236}">
                <a16:creationId xmlns:a16="http://schemas.microsoft.com/office/drawing/2014/main" id="{D09494D0-773E-A04D-BC5F-65AA87B8246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322B01-8AA4-6B48-98B8-90F64F16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>
            <a:off x="1093076" y="2680138"/>
            <a:ext cx="2459421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C97932-042E-C845-9300-586CA61AB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>
            <a:off x="3805092" y="2680138"/>
            <a:ext cx="2459421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AEFB321-2C32-7945-A5C9-A9F00AE58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>
            <a:off x="6517108" y="2680138"/>
            <a:ext cx="2459421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68A42CD-A1AD-9149-80A3-4BFE5D75E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>
            <a:off x="9229123" y="2680138"/>
            <a:ext cx="2459421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age number">
            <a:extLst>
              <a:ext uri="{FF2B5EF4-FFF2-40B4-BE49-F238E27FC236}">
                <a16:creationId xmlns:a16="http://schemas.microsoft.com/office/drawing/2014/main" id="{D09494D0-773E-A04D-BC5F-65AA87B8246F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2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E796DBB-7792-6B1A-4BD6-1B6B3F4B736A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4086297-1AF3-2A2B-2613-14EDF97D3E23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5000">
                  <a:srgbClr val="61A30E"/>
                </a:gs>
                <a:gs pos="80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43FCC5-AD89-BD2E-37A1-C8E7D4E39967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5000">
                  <a:srgbClr val="61A30E"/>
                </a:gs>
                <a:gs pos="80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9" name="Text Placeholder 862">
            <a:extLst>
              <a:ext uri="{FF2B5EF4-FFF2-40B4-BE49-F238E27FC236}">
                <a16:creationId xmlns:a16="http://schemas.microsoft.com/office/drawing/2014/main" id="{65A5776C-9EB9-F84B-B0C4-411FA1106F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477" y="2233670"/>
            <a:ext cx="6519403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4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Slide with large text placeholder, green theme.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55FF2E89-7A98-C14C-B802-9BBF588108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796DBB-7792-6B1A-4BD6-1B6B3F4B736A}"/>
              </a:ext>
            </a:extLst>
          </p:cNvPr>
          <p:cNvGrpSpPr/>
          <p:nvPr userDrawn="1"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8" name="Freeform: Shape 32">
              <a:extLst>
                <a:ext uri="{FF2B5EF4-FFF2-40B4-BE49-F238E27FC236}">
                  <a16:creationId xmlns:a16="http://schemas.microsoft.com/office/drawing/2014/main" id="{E4086297-1AF3-2A2B-2613-14EDF97D3E23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5000">
                  <a:srgbClr val="61A30E"/>
                </a:gs>
                <a:gs pos="80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10" name="Freeform: Shape 29">
              <a:extLst>
                <a:ext uri="{FF2B5EF4-FFF2-40B4-BE49-F238E27FC236}">
                  <a16:creationId xmlns:a16="http://schemas.microsoft.com/office/drawing/2014/main" id="{6E43FCC5-AD89-BD2E-37A1-C8E7D4E39967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5000">
                  <a:srgbClr val="61A30E"/>
                </a:gs>
                <a:gs pos="80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11" name="page number">
            <a:extLst>
              <a:ext uri="{FF2B5EF4-FFF2-40B4-BE49-F238E27FC236}">
                <a16:creationId xmlns:a16="http://schemas.microsoft.com/office/drawing/2014/main" id="{55FF2E89-7A98-C14C-B802-9BBF588108E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8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AE981AE-FE9F-186D-50E0-7F14F9BF53B6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C6C08E0-382E-E034-0786-953B81FE7655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21000">
                  <a:schemeClr val="accent2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200D762-9980-0F2F-A4D2-E7F64294A756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21000">
                  <a:schemeClr val="accent2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9" name="Text Placeholder 862">
            <a:extLst>
              <a:ext uri="{FF2B5EF4-FFF2-40B4-BE49-F238E27FC236}">
                <a16:creationId xmlns:a16="http://schemas.microsoft.com/office/drawing/2014/main" id="{113BEA88-710C-A54D-A13C-5E36B6B878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0171" y="2233670"/>
            <a:ext cx="6525709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Slide with large text placeholder, blue theme.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3A15EC20-3B57-4E4E-872C-A34852CBEF1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AE981AE-FE9F-186D-50E0-7F14F9BF53B6}"/>
              </a:ext>
            </a:extLst>
          </p:cNvPr>
          <p:cNvGrpSpPr/>
          <p:nvPr userDrawn="1"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8" name="Freeform: Shape 2">
              <a:extLst>
                <a:ext uri="{FF2B5EF4-FFF2-40B4-BE49-F238E27FC236}">
                  <a16:creationId xmlns:a16="http://schemas.microsoft.com/office/drawing/2014/main" id="{4C6C08E0-382E-E034-0786-953B81FE7655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21000">
                  <a:schemeClr val="accent2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E200D762-9980-0F2F-A4D2-E7F64294A756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21000">
                  <a:schemeClr val="accent2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11" name="page number">
            <a:extLst>
              <a:ext uri="{FF2B5EF4-FFF2-40B4-BE49-F238E27FC236}">
                <a16:creationId xmlns:a16="http://schemas.microsoft.com/office/drawing/2014/main" id="{3A15EC20-3B57-4E4E-872C-A34852CBEF14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6AE21A-751A-3AAB-6E34-CE624563FF91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CFA1240-3D0D-AB66-BC3F-80EED3546482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6000">
                  <a:schemeClr val="accent5"/>
                </a:gs>
                <a:gs pos="7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884ED15-B8BE-771F-D78D-1BE6D9F66CCF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21000">
                  <a:schemeClr val="accent5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10" name="Text Placeholder 862">
            <a:extLst>
              <a:ext uri="{FF2B5EF4-FFF2-40B4-BE49-F238E27FC236}">
                <a16:creationId xmlns:a16="http://schemas.microsoft.com/office/drawing/2014/main" id="{BB1BA4EC-6D18-954E-81DD-4678CFBE6F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477" y="2233670"/>
            <a:ext cx="6519403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5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Slide with large text placeholder, purple theme.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312DD3E6-E621-1B4F-9197-621CC0C346A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6AE21A-751A-3AAB-6E34-CE624563FF91}"/>
              </a:ext>
            </a:extLst>
          </p:cNvPr>
          <p:cNvGrpSpPr/>
          <p:nvPr userDrawn="1"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FCFA1240-3D0D-AB66-BC3F-80EED3546482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6000">
                  <a:schemeClr val="accent5"/>
                </a:gs>
                <a:gs pos="7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A884ED15-B8BE-771F-D78D-1BE6D9F66CCF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21000">
                  <a:schemeClr val="accent5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11" name="page number">
            <a:extLst>
              <a:ext uri="{FF2B5EF4-FFF2-40B4-BE49-F238E27FC236}">
                <a16:creationId xmlns:a16="http://schemas.microsoft.com/office/drawing/2014/main" id="{312DD3E6-E621-1B4F-9197-621CC0C346AF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9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 - Leaf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CAE88B84-03CD-1923-60BD-309B97732300}"/>
              </a:ext>
            </a:extLst>
          </p:cNvPr>
          <p:cNvSpPr/>
          <p:nvPr/>
        </p:nvSpPr>
        <p:spPr>
          <a:xfrm>
            <a:off x="-9731" y="-5428"/>
            <a:ext cx="12203580" cy="6058734"/>
          </a:xfrm>
          <a:custGeom>
            <a:avLst/>
            <a:gdLst>
              <a:gd name="connsiteX0" fmla="*/ 0 w 12203580"/>
              <a:gd name="connsiteY0" fmla="*/ 0 h 6058734"/>
              <a:gd name="connsiteX1" fmla="*/ 12203580 w 12203580"/>
              <a:gd name="connsiteY1" fmla="*/ 0 h 6058734"/>
              <a:gd name="connsiteX2" fmla="*/ 12203580 w 12203580"/>
              <a:gd name="connsiteY2" fmla="*/ 1909982 h 6058734"/>
              <a:gd name="connsiteX3" fmla="*/ 11206700 w 12203580"/>
              <a:gd name="connsiteY3" fmla="*/ 1909982 h 6058734"/>
              <a:gd name="connsiteX4" fmla="*/ 10082432 w 12203580"/>
              <a:gd name="connsiteY4" fmla="*/ 2375639 h 6058734"/>
              <a:gd name="connsiteX5" fmla="*/ 6864995 w 12203580"/>
              <a:gd name="connsiteY5" fmla="*/ 5593077 h 6058734"/>
              <a:gd name="connsiteX6" fmla="*/ 5740726 w 12203580"/>
              <a:gd name="connsiteY6" fmla="*/ 6058734 h 6058734"/>
              <a:gd name="connsiteX7" fmla="*/ 0 w 12203580"/>
              <a:gd name="connsiteY7" fmla="*/ 6058734 h 6058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03580" h="6058734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52AB5D8-753F-CA24-2C8A-45BC9791756E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A0A18CC-E157-AD15-E51D-50F3DC99465B}"/>
              </a:ext>
            </a:extLst>
          </p:cNvPr>
          <p:cNvSpPr/>
          <p:nvPr/>
        </p:nvSpPr>
        <p:spPr>
          <a:xfrm>
            <a:off x="6457030" y="356429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rgbClr val="61A30E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26C215B-BC62-3CF9-EDF0-6413174A43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Big Statement – </a:t>
            </a:r>
            <a:br>
              <a:rPr lang="en-US"/>
            </a:br>
            <a:r>
              <a:rPr lang="en-US"/>
              <a:t>Green Theme</a:t>
            </a:r>
          </a:p>
        </p:txBody>
      </p:sp>
      <p:sp>
        <p:nvSpPr>
          <p:cNvPr id="29" name="Subtitle">
            <a:extLst>
              <a:ext uri="{FF2B5EF4-FFF2-40B4-BE49-F238E27FC236}">
                <a16:creationId xmlns:a16="http://schemas.microsoft.com/office/drawing/2014/main" id="{615FECE3-9918-4B48-E68F-739600E4B93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4144FBF0-61D7-2140-A159-ECF2E9CDDA2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0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1">
            <a:extLst>
              <a:ext uri="{FF2B5EF4-FFF2-40B4-BE49-F238E27FC236}">
                <a16:creationId xmlns:a16="http://schemas.microsoft.com/office/drawing/2014/main" id="{6AB71D1B-AAC5-CA87-B4E0-64AB70FE6C30}"/>
              </a:ext>
            </a:extLst>
          </p:cNvPr>
          <p:cNvSpPr/>
          <p:nvPr userDrawn="1"/>
        </p:nvSpPr>
        <p:spPr>
          <a:xfrm>
            <a:off x="-9731" y="-5428"/>
            <a:ext cx="12203580" cy="6058734"/>
          </a:xfrm>
          <a:custGeom>
            <a:avLst/>
            <a:gdLst>
              <a:gd name="connsiteX0" fmla="*/ 0 w 12203580"/>
              <a:gd name="connsiteY0" fmla="*/ 0 h 6058734"/>
              <a:gd name="connsiteX1" fmla="*/ 12203580 w 12203580"/>
              <a:gd name="connsiteY1" fmla="*/ 0 h 6058734"/>
              <a:gd name="connsiteX2" fmla="*/ 12203580 w 12203580"/>
              <a:gd name="connsiteY2" fmla="*/ 1909982 h 6058734"/>
              <a:gd name="connsiteX3" fmla="*/ 11206700 w 12203580"/>
              <a:gd name="connsiteY3" fmla="*/ 1909982 h 6058734"/>
              <a:gd name="connsiteX4" fmla="*/ 10082432 w 12203580"/>
              <a:gd name="connsiteY4" fmla="*/ 2375639 h 6058734"/>
              <a:gd name="connsiteX5" fmla="*/ 6864995 w 12203580"/>
              <a:gd name="connsiteY5" fmla="*/ 5593077 h 6058734"/>
              <a:gd name="connsiteX6" fmla="*/ 5740726 w 12203580"/>
              <a:gd name="connsiteY6" fmla="*/ 6058734 h 6058734"/>
              <a:gd name="connsiteX7" fmla="*/ 0 w 12203580"/>
              <a:gd name="connsiteY7" fmla="*/ 6058734 h 6058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03580" h="6058734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AB71D1B-AAC5-CA87-B4E0-64AB70FE6C30}"/>
              </a:ext>
            </a:extLst>
          </p:cNvPr>
          <p:cNvSpPr/>
          <p:nvPr/>
        </p:nvSpPr>
        <p:spPr>
          <a:xfrm>
            <a:off x="-9731" y="-5428"/>
            <a:ext cx="12203580" cy="6058734"/>
          </a:xfrm>
          <a:custGeom>
            <a:avLst/>
            <a:gdLst>
              <a:gd name="connsiteX0" fmla="*/ 0 w 12203580"/>
              <a:gd name="connsiteY0" fmla="*/ 0 h 6058734"/>
              <a:gd name="connsiteX1" fmla="*/ 12203580 w 12203580"/>
              <a:gd name="connsiteY1" fmla="*/ 0 h 6058734"/>
              <a:gd name="connsiteX2" fmla="*/ 12203580 w 12203580"/>
              <a:gd name="connsiteY2" fmla="*/ 1909982 h 6058734"/>
              <a:gd name="connsiteX3" fmla="*/ 11206700 w 12203580"/>
              <a:gd name="connsiteY3" fmla="*/ 1909982 h 6058734"/>
              <a:gd name="connsiteX4" fmla="*/ 10082432 w 12203580"/>
              <a:gd name="connsiteY4" fmla="*/ 2375639 h 6058734"/>
              <a:gd name="connsiteX5" fmla="*/ 6864995 w 12203580"/>
              <a:gd name="connsiteY5" fmla="*/ 5593077 h 6058734"/>
              <a:gd name="connsiteX6" fmla="*/ 5740726 w 12203580"/>
              <a:gd name="connsiteY6" fmla="*/ 6058734 h 6058734"/>
              <a:gd name="connsiteX7" fmla="*/ 0 w 12203580"/>
              <a:gd name="connsiteY7" fmla="*/ 6058734 h 6058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03580" h="6058734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6694C6-6A30-F4F5-68A3-ABC8048E7AE9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43BE5DC-D92A-9A5C-C8AE-7A979F11542A}"/>
              </a:ext>
            </a:extLst>
          </p:cNvPr>
          <p:cNvSpPr/>
          <p:nvPr/>
        </p:nvSpPr>
        <p:spPr>
          <a:xfrm>
            <a:off x="6457030" y="356429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chemeClr val="accent2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45469056-638C-FF40-8AA5-0675077535B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001CFD5C-7C19-8E30-BF20-52E7629C4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Big Statement –</a:t>
            </a:r>
            <a:br>
              <a:rPr lang="en-US"/>
            </a:br>
            <a:r>
              <a:rPr lang="en-US"/>
              <a:t>Blue Theme</a:t>
            </a:r>
          </a:p>
        </p:txBody>
      </p:sp>
      <p:sp>
        <p:nvSpPr>
          <p:cNvPr id="30" name="Subtitle">
            <a:extLst>
              <a:ext uri="{FF2B5EF4-FFF2-40B4-BE49-F238E27FC236}">
                <a16:creationId xmlns:a16="http://schemas.microsoft.com/office/drawing/2014/main" id="{2765CEAA-0CA6-BE98-B450-1301D576C6A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0" name="Freeform: Shape 5">
            <a:extLst>
              <a:ext uri="{FF2B5EF4-FFF2-40B4-BE49-F238E27FC236}">
                <a16:creationId xmlns:a16="http://schemas.microsoft.com/office/drawing/2014/main" id="{DC6694C6-6A30-F4F5-68A3-ABC8048E7AE9}"/>
              </a:ext>
            </a:extLst>
          </p:cNvPr>
          <p:cNvSpPr/>
          <p:nvPr userDrawn="1"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7">
            <a:extLst>
              <a:ext uri="{FF2B5EF4-FFF2-40B4-BE49-F238E27FC236}">
                <a16:creationId xmlns:a16="http://schemas.microsoft.com/office/drawing/2014/main" id="{C43BE5DC-D92A-9A5C-C8AE-7A979F11542A}"/>
              </a:ext>
            </a:extLst>
          </p:cNvPr>
          <p:cNvSpPr/>
          <p:nvPr userDrawn="1"/>
        </p:nvSpPr>
        <p:spPr>
          <a:xfrm>
            <a:off x="6457030" y="356429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chemeClr val="accent2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page number">
            <a:extLst>
              <a:ext uri="{FF2B5EF4-FFF2-40B4-BE49-F238E27FC236}">
                <a16:creationId xmlns:a16="http://schemas.microsoft.com/office/drawing/2014/main" id="{45469056-638C-FF40-8AA5-0675077535BA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2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30">
            <a:extLst>
              <a:ext uri="{FF2B5EF4-FFF2-40B4-BE49-F238E27FC236}">
                <a16:creationId xmlns:a16="http://schemas.microsoft.com/office/drawing/2014/main" id="{424F51B9-349F-CB54-3BBD-71ED4434EB9C}"/>
              </a:ext>
            </a:extLst>
          </p:cNvPr>
          <p:cNvSpPr/>
          <p:nvPr userDrawn="1"/>
        </p:nvSpPr>
        <p:spPr>
          <a:xfrm>
            <a:off x="-9731" y="-5428"/>
            <a:ext cx="12203580" cy="6058734"/>
          </a:xfrm>
          <a:custGeom>
            <a:avLst/>
            <a:gdLst>
              <a:gd name="connsiteX0" fmla="*/ 0 w 12203580"/>
              <a:gd name="connsiteY0" fmla="*/ 0 h 6058734"/>
              <a:gd name="connsiteX1" fmla="*/ 12203580 w 12203580"/>
              <a:gd name="connsiteY1" fmla="*/ 0 h 6058734"/>
              <a:gd name="connsiteX2" fmla="*/ 12203580 w 12203580"/>
              <a:gd name="connsiteY2" fmla="*/ 1909982 h 6058734"/>
              <a:gd name="connsiteX3" fmla="*/ 11206700 w 12203580"/>
              <a:gd name="connsiteY3" fmla="*/ 1909982 h 6058734"/>
              <a:gd name="connsiteX4" fmla="*/ 10082432 w 12203580"/>
              <a:gd name="connsiteY4" fmla="*/ 2375639 h 6058734"/>
              <a:gd name="connsiteX5" fmla="*/ 6864995 w 12203580"/>
              <a:gd name="connsiteY5" fmla="*/ 5593077 h 6058734"/>
              <a:gd name="connsiteX6" fmla="*/ 5740726 w 12203580"/>
              <a:gd name="connsiteY6" fmla="*/ 6058734 h 6058734"/>
              <a:gd name="connsiteX7" fmla="*/ 0 w 12203580"/>
              <a:gd name="connsiteY7" fmla="*/ 6058734 h 6058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03580" h="6058734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24F51B9-349F-CB54-3BBD-71ED4434EB9C}"/>
              </a:ext>
            </a:extLst>
          </p:cNvPr>
          <p:cNvSpPr/>
          <p:nvPr/>
        </p:nvSpPr>
        <p:spPr>
          <a:xfrm>
            <a:off x="-9731" y="-5428"/>
            <a:ext cx="12203580" cy="6058734"/>
          </a:xfrm>
          <a:custGeom>
            <a:avLst/>
            <a:gdLst>
              <a:gd name="connsiteX0" fmla="*/ 0 w 12203580"/>
              <a:gd name="connsiteY0" fmla="*/ 0 h 6058734"/>
              <a:gd name="connsiteX1" fmla="*/ 12203580 w 12203580"/>
              <a:gd name="connsiteY1" fmla="*/ 0 h 6058734"/>
              <a:gd name="connsiteX2" fmla="*/ 12203580 w 12203580"/>
              <a:gd name="connsiteY2" fmla="*/ 1909982 h 6058734"/>
              <a:gd name="connsiteX3" fmla="*/ 11206700 w 12203580"/>
              <a:gd name="connsiteY3" fmla="*/ 1909982 h 6058734"/>
              <a:gd name="connsiteX4" fmla="*/ 10082432 w 12203580"/>
              <a:gd name="connsiteY4" fmla="*/ 2375639 h 6058734"/>
              <a:gd name="connsiteX5" fmla="*/ 6864995 w 12203580"/>
              <a:gd name="connsiteY5" fmla="*/ 5593077 h 6058734"/>
              <a:gd name="connsiteX6" fmla="*/ 5740726 w 12203580"/>
              <a:gd name="connsiteY6" fmla="*/ 6058734 h 6058734"/>
              <a:gd name="connsiteX7" fmla="*/ 0 w 12203580"/>
              <a:gd name="connsiteY7" fmla="*/ 6058734 h 6058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03580" h="6058734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3AA4DDC-2936-0AB6-8344-5481913C661E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2AE01D1-6E35-D230-30F3-0D3E2F8A5364}"/>
              </a:ext>
            </a:extLst>
          </p:cNvPr>
          <p:cNvSpPr/>
          <p:nvPr/>
        </p:nvSpPr>
        <p:spPr>
          <a:xfrm>
            <a:off x="6457030" y="356429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chemeClr val="accent5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2A1148C9-BE55-F64C-8A6E-A5239BDB408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A9A76-8DB9-793E-B69C-4DDA15EBC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Big Statement – </a:t>
            </a:r>
            <a:br>
              <a:rPr lang="en-US"/>
            </a:br>
            <a:r>
              <a:rPr lang="en-US"/>
              <a:t>Purple Theme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9F2B30E-136B-200F-6F46-63B36E449AF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9" name="Freeform: Shape 31">
            <a:extLst>
              <a:ext uri="{FF2B5EF4-FFF2-40B4-BE49-F238E27FC236}">
                <a16:creationId xmlns:a16="http://schemas.microsoft.com/office/drawing/2014/main" id="{23AA4DDC-2936-0AB6-8344-5481913C661E}"/>
              </a:ext>
            </a:extLst>
          </p:cNvPr>
          <p:cNvSpPr/>
          <p:nvPr userDrawn="1"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32">
            <a:extLst>
              <a:ext uri="{FF2B5EF4-FFF2-40B4-BE49-F238E27FC236}">
                <a16:creationId xmlns:a16="http://schemas.microsoft.com/office/drawing/2014/main" id="{C2AE01D1-6E35-D230-30F3-0D3E2F8A5364}"/>
              </a:ext>
            </a:extLst>
          </p:cNvPr>
          <p:cNvSpPr/>
          <p:nvPr userDrawn="1"/>
        </p:nvSpPr>
        <p:spPr>
          <a:xfrm>
            <a:off x="6457030" y="356429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chemeClr val="accent5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2A1148C9-BE55-F64C-8A6E-A5239BDB4089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9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62">
            <a:extLst>
              <a:ext uri="{FF2B5EF4-FFF2-40B4-BE49-F238E27FC236}">
                <a16:creationId xmlns:a16="http://schemas.microsoft.com/office/drawing/2014/main" id="{C8F55BC8-3E55-49EB-BF20-18EB4F7F5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014" y="2514600"/>
            <a:ext cx="5485844" cy="18287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DD6E7D-B875-48DF-B6A8-450BD6AE171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85687" y="69850"/>
            <a:ext cx="5403138" cy="6788150"/>
          </a:xfrm>
        </p:spPr>
        <p:txBody>
          <a:bodyPr lIns="640080" tIns="0" rIns="640080"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on the icon to insert a picture from your computer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AAC44A2-B8BC-4B45-BE44-C4C65AFCB66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1AAC44A2-B8BC-4B45-BE44-C4C65AFCB660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3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B88A46-F304-51F6-1AAF-726E7309052D}"/>
              </a:ext>
            </a:extLst>
          </p:cNvPr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4AFE851-C873-10C5-E165-301FDB834692}"/>
              </a:ext>
            </a:extLst>
          </p:cNvPr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5" name="Text Placeholder 14" descr="Doughnut chart label 3">
            <a:extLst>
              <a:ext uri="{FF2B5EF4-FFF2-40B4-BE49-F238E27FC236}">
                <a16:creationId xmlns:a16="http://schemas.microsoft.com/office/drawing/2014/main" id="{E4BDA96F-134D-4855-8751-F1043ABF3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514599"/>
            <a:ext cx="5027613" cy="1371601"/>
          </a:xfrm>
        </p:spPr>
        <p:txBody>
          <a:bodyPr anchor="ctr"/>
          <a:lstStyle>
            <a:lvl1pPr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Doughnut Chart slide, click to add text here</a:t>
            </a:r>
          </a:p>
        </p:txBody>
      </p:sp>
      <p:sp>
        <p:nvSpPr>
          <p:cNvPr id="13" name="Text Placeholder 12" descr="Doughnut chart label 1">
            <a:extLst>
              <a:ext uri="{FF2B5EF4-FFF2-40B4-BE49-F238E27FC236}">
                <a16:creationId xmlns:a16="http://schemas.microsoft.com/office/drawing/2014/main" id="{8C4F4198-4BE0-4282-8B86-20DED598DC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8330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2" descr="Doughnut chart label 2">
            <a:extLst>
              <a:ext uri="{FF2B5EF4-FFF2-40B4-BE49-F238E27FC236}">
                <a16:creationId xmlns:a16="http://schemas.microsoft.com/office/drawing/2014/main" id="{4B5F4E67-F2E8-4777-B495-668C321DCB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36416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2" descr="Doughnut chart label 4">
            <a:extLst>
              <a:ext uri="{FF2B5EF4-FFF2-40B4-BE49-F238E27FC236}">
                <a16:creationId xmlns:a16="http://schemas.microsoft.com/office/drawing/2014/main" id="{704846F3-64ED-4181-8AEC-68B9734DA9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61103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12" descr="Doughnut chart label 5">
            <a:extLst>
              <a:ext uri="{FF2B5EF4-FFF2-40B4-BE49-F238E27FC236}">
                <a16:creationId xmlns:a16="http://schemas.microsoft.com/office/drawing/2014/main" id="{DD17F439-D919-44B7-889F-96A1DAF172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88109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12" descr="Doughnut chart label 6">
            <a:extLst>
              <a:ext uri="{FF2B5EF4-FFF2-40B4-BE49-F238E27FC236}">
                <a16:creationId xmlns:a16="http://schemas.microsoft.com/office/drawing/2014/main" id="{0DA74846-CC03-44FE-9AE5-4975E808F8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20672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5FED840F-E343-734C-96BA-0EFF5AE5DAD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6F2E5-F037-5AFE-8A2F-9719B88B2F30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DFE5E-1709-A7C5-7E2F-AD1472D0175F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9" name="Graphic 8">
            <a:extLst>
              <a:ext uri="{FF2B5EF4-FFF2-40B4-BE49-F238E27FC236}">
                <a16:creationId xmlns:a16="http://schemas.microsoft.com/office/drawing/2014/main" id="{51D71EBD-582E-1FCD-4FB5-19DB293014E0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D35F1425-35AB-A636-90BD-74567B35A7DA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2" name="Freeform 49">
                <a:extLst>
                  <a:ext uri="{FF2B5EF4-FFF2-40B4-BE49-F238E27FC236}">
                    <a16:creationId xmlns:a16="http://schemas.microsoft.com/office/drawing/2014/main" id="{72251ED7-7751-A756-FB41-95D0A573AE7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50">
                <a:extLst>
                  <a:ext uri="{FF2B5EF4-FFF2-40B4-BE49-F238E27FC236}">
                    <a16:creationId xmlns:a16="http://schemas.microsoft.com/office/drawing/2014/main" id="{4F380DE5-9091-5FB2-3647-07110D57135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51">
                <a:extLst>
                  <a:ext uri="{FF2B5EF4-FFF2-40B4-BE49-F238E27FC236}">
                    <a16:creationId xmlns:a16="http://schemas.microsoft.com/office/drawing/2014/main" id="{63D834CB-F2F1-9CF3-3306-BA788EF4C863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52">
                <a:extLst>
                  <a:ext uri="{FF2B5EF4-FFF2-40B4-BE49-F238E27FC236}">
                    <a16:creationId xmlns:a16="http://schemas.microsoft.com/office/drawing/2014/main" id="{9DF9D2C4-19CD-6D6F-D1D1-11CE96C0E99D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53">
                <a:extLst>
                  <a:ext uri="{FF2B5EF4-FFF2-40B4-BE49-F238E27FC236}">
                    <a16:creationId xmlns:a16="http://schemas.microsoft.com/office/drawing/2014/main" id="{78F9C88E-5836-8A77-4538-E2CB490964F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54">
                <a:extLst>
                  <a:ext uri="{FF2B5EF4-FFF2-40B4-BE49-F238E27FC236}">
                    <a16:creationId xmlns:a16="http://schemas.microsoft.com/office/drawing/2014/main" id="{2234677F-1EF1-C24A-2456-FB35C738163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55">
                <a:extLst>
                  <a:ext uri="{FF2B5EF4-FFF2-40B4-BE49-F238E27FC236}">
                    <a16:creationId xmlns:a16="http://schemas.microsoft.com/office/drawing/2014/main" id="{626F9D8A-D6B5-1888-E8B1-9C3B8C259EF5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7096839D-686D-9DA0-39C1-FF38ACD7988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8CEFB5A-654F-87FC-D4AD-C96299F7F5D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58">
                <a:extLst>
                  <a:ext uri="{FF2B5EF4-FFF2-40B4-BE49-F238E27FC236}">
                    <a16:creationId xmlns:a16="http://schemas.microsoft.com/office/drawing/2014/main" id="{CFBE9921-9212-4D37-DEE1-045D1791052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aphic 8">
              <a:extLst>
                <a:ext uri="{FF2B5EF4-FFF2-40B4-BE49-F238E27FC236}">
                  <a16:creationId xmlns:a16="http://schemas.microsoft.com/office/drawing/2014/main" id="{1E38B9D4-555F-EEC6-42D8-A5C4F792F610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2" name="Freeform 60">
                <a:extLst>
                  <a:ext uri="{FF2B5EF4-FFF2-40B4-BE49-F238E27FC236}">
                    <a16:creationId xmlns:a16="http://schemas.microsoft.com/office/drawing/2014/main" id="{9D3B5F0D-70BB-140A-76C7-DFCFF0777F32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61">
                <a:extLst>
                  <a:ext uri="{FF2B5EF4-FFF2-40B4-BE49-F238E27FC236}">
                    <a16:creationId xmlns:a16="http://schemas.microsoft.com/office/drawing/2014/main" id="{4C7E6602-CB3B-E010-2E47-5CF99A73449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62">
                <a:extLst>
                  <a:ext uri="{FF2B5EF4-FFF2-40B4-BE49-F238E27FC236}">
                    <a16:creationId xmlns:a16="http://schemas.microsoft.com/office/drawing/2014/main" id="{9D8567F3-62AD-F216-0AF6-E4169127352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63">
                <a:extLst>
                  <a:ext uri="{FF2B5EF4-FFF2-40B4-BE49-F238E27FC236}">
                    <a16:creationId xmlns:a16="http://schemas.microsoft.com/office/drawing/2014/main" id="{2FEEA58D-D9DD-FFD2-C302-3DD4E8DAF5F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64">
                <a:extLst>
                  <a:ext uri="{FF2B5EF4-FFF2-40B4-BE49-F238E27FC236}">
                    <a16:creationId xmlns:a16="http://schemas.microsoft.com/office/drawing/2014/main" id="{3C5437F9-4193-4740-1635-D710F784A6A4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65">
                <a:extLst>
                  <a:ext uri="{FF2B5EF4-FFF2-40B4-BE49-F238E27FC236}">
                    <a16:creationId xmlns:a16="http://schemas.microsoft.com/office/drawing/2014/main" id="{42E15317-316C-8EDA-CD39-0C8616D5890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66">
                <a:extLst>
                  <a:ext uri="{FF2B5EF4-FFF2-40B4-BE49-F238E27FC236}">
                    <a16:creationId xmlns:a16="http://schemas.microsoft.com/office/drawing/2014/main" id="{F53C646D-9387-7EA5-512E-D7BE25FBA13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E9B88A46-F304-51F6-1AAF-726E7309052D}"/>
              </a:ext>
            </a:extLst>
          </p:cNvPr>
          <p:cNvSpPr/>
          <p:nvPr userDrawn="1"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4AFE851-C873-10C5-E165-301FDB834692}"/>
              </a:ext>
            </a:extLst>
          </p:cNvPr>
          <p:cNvSpPr/>
          <p:nvPr userDrawn="1"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6" name="page number">
            <a:extLst>
              <a:ext uri="{FF2B5EF4-FFF2-40B4-BE49-F238E27FC236}">
                <a16:creationId xmlns:a16="http://schemas.microsoft.com/office/drawing/2014/main" id="{5FED840F-E343-734C-96BA-0EFF5AE5DADC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39" name="Graphic 8">
            <a:extLst>
              <a:ext uri="{FF2B5EF4-FFF2-40B4-BE49-F238E27FC236}">
                <a16:creationId xmlns:a16="http://schemas.microsoft.com/office/drawing/2014/main" id="{51D71EBD-582E-1FCD-4FB5-19DB293014E0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D35F1425-35AB-A636-90BD-74567B35A7DA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9" name="Freeform 49">
                <a:extLst>
                  <a:ext uri="{FF2B5EF4-FFF2-40B4-BE49-F238E27FC236}">
                    <a16:creationId xmlns:a16="http://schemas.microsoft.com/office/drawing/2014/main" id="{72251ED7-7751-A756-FB41-95D0A573AE7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4F380DE5-9091-5FB2-3647-07110D57135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1">
                <a:extLst>
                  <a:ext uri="{FF2B5EF4-FFF2-40B4-BE49-F238E27FC236}">
                    <a16:creationId xmlns:a16="http://schemas.microsoft.com/office/drawing/2014/main" id="{63D834CB-F2F1-9CF3-3306-BA788EF4C863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2">
                <a:extLst>
                  <a:ext uri="{FF2B5EF4-FFF2-40B4-BE49-F238E27FC236}">
                    <a16:creationId xmlns:a16="http://schemas.microsoft.com/office/drawing/2014/main" id="{9DF9D2C4-19CD-6D6F-D1D1-11CE96C0E99D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78F9C88E-5836-8A77-4538-E2CB490964F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4">
                <a:extLst>
                  <a:ext uri="{FF2B5EF4-FFF2-40B4-BE49-F238E27FC236}">
                    <a16:creationId xmlns:a16="http://schemas.microsoft.com/office/drawing/2014/main" id="{2234677F-1EF1-C24A-2456-FB35C738163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5">
                <a:extLst>
                  <a:ext uri="{FF2B5EF4-FFF2-40B4-BE49-F238E27FC236}">
                    <a16:creationId xmlns:a16="http://schemas.microsoft.com/office/drawing/2014/main" id="{626F9D8A-D6B5-1888-E8B1-9C3B8C259EF5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7096839D-686D-9DA0-39C1-FF38ACD7988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7">
                <a:extLst>
                  <a:ext uri="{FF2B5EF4-FFF2-40B4-BE49-F238E27FC236}">
                    <a16:creationId xmlns:a16="http://schemas.microsoft.com/office/drawing/2014/main" id="{58CEFB5A-654F-87FC-D4AD-C96299F7F5D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8">
                <a:extLst>
                  <a:ext uri="{FF2B5EF4-FFF2-40B4-BE49-F238E27FC236}">
                    <a16:creationId xmlns:a16="http://schemas.microsoft.com/office/drawing/2014/main" id="{CFBE9921-9212-4D37-DEE1-045D1791052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1" name="Graphic 8">
              <a:extLst>
                <a:ext uri="{FF2B5EF4-FFF2-40B4-BE49-F238E27FC236}">
                  <a16:creationId xmlns:a16="http://schemas.microsoft.com/office/drawing/2014/main" id="{1E38B9D4-555F-EEC6-42D8-A5C4F792F610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2" name="Freeform 60">
                <a:extLst>
                  <a:ext uri="{FF2B5EF4-FFF2-40B4-BE49-F238E27FC236}">
                    <a16:creationId xmlns:a16="http://schemas.microsoft.com/office/drawing/2014/main" id="{9D3B5F0D-70BB-140A-76C7-DFCFF0777F32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61">
                <a:extLst>
                  <a:ext uri="{FF2B5EF4-FFF2-40B4-BE49-F238E27FC236}">
                    <a16:creationId xmlns:a16="http://schemas.microsoft.com/office/drawing/2014/main" id="{4C7E6602-CB3B-E010-2E47-5CF99A73449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62">
                <a:extLst>
                  <a:ext uri="{FF2B5EF4-FFF2-40B4-BE49-F238E27FC236}">
                    <a16:creationId xmlns:a16="http://schemas.microsoft.com/office/drawing/2014/main" id="{9D8567F3-62AD-F216-0AF6-E4169127352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63">
                <a:extLst>
                  <a:ext uri="{FF2B5EF4-FFF2-40B4-BE49-F238E27FC236}">
                    <a16:creationId xmlns:a16="http://schemas.microsoft.com/office/drawing/2014/main" id="{2FEEA58D-D9DD-FFD2-C302-3DD4E8DAF5F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64">
                <a:extLst>
                  <a:ext uri="{FF2B5EF4-FFF2-40B4-BE49-F238E27FC236}">
                    <a16:creationId xmlns:a16="http://schemas.microsoft.com/office/drawing/2014/main" id="{3C5437F9-4193-4740-1635-D710F784A6A4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42E15317-316C-8EDA-CD39-0C8616D5890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66">
                <a:extLst>
                  <a:ext uri="{FF2B5EF4-FFF2-40B4-BE49-F238E27FC236}">
                    <a16:creationId xmlns:a16="http://schemas.microsoft.com/office/drawing/2014/main" id="{F53C646D-9387-7EA5-512E-D7BE25FBA13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277E1DA-8868-BA67-BE68-686EDA512F5C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sp>
        <p:nvSpPr>
          <p:cNvPr id="23" name="Chart Placeholder 22">
            <a:extLst>
              <a:ext uri="{FF2B5EF4-FFF2-40B4-BE49-F238E27FC236}">
                <a16:creationId xmlns:a16="http://schemas.microsoft.com/office/drawing/2014/main" id="{4093E53D-7586-4113-99BD-F45F1343692F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62672" y="722997"/>
            <a:ext cx="4480256" cy="4480256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a </a:t>
            </a:r>
            <a:br>
              <a:rPr lang="en-US"/>
            </a:br>
            <a:r>
              <a:rPr lang="en-US"/>
              <a:t>Doughnut chart</a:t>
            </a:r>
          </a:p>
        </p:txBody>
      </p:sp>
    </p:spTree>
    <p:extLst>
      <p:ext uri="{BB962C8B-B14F-4D97-AF65-F5344CB8AC3E}">
        <p14:creationId xmlns:p14="http://schemas.microsoft.com/office/powerpoint/2010/main" val="2996566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>
            <a:extLst>
              <a:ext uri="{FF2B5EF4-FFF2-40B4-BE49-F238E27FC236}">
                <a16:creationId xmlns:a16="http://schemas.microsoft.com/office/drawing/2014/main" id="{BE17F87B-8433-6C45-84D8-13DF5C0ADDB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BE17F87B-8433-6C45-84D8-13DF5C0ADDB4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93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cf-close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D22B5DE-D878-0F7B-8289-C21F71E79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3694" b="13698"/>
          <a:stretch>
            <a:fillRect/>
          </a:stretch>
        </p:blipFill>
        <p:spPr>
          <a:xfrm>
            <a:off x="6544638" y="893"/>
            <a:ext cx="5644186" cy="59170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F07DE2-A4BE-3B43-A385-D616B948566C}"/>
              </a:ext>
            </a:extLst>
          </p:cNvPr>
          <p:cNvSpPr txBox="1"/>
          <p:nvPr/>
        </p:nvSpPr>
        <p:spPr>
          <a:xfrm>
            <a:off x="612593" y="3730021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31E1D4D-2045-E0A6-9319-80E550D43A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66" y="570134"/>
            <a:ext cx="2857719" cy="562472"/>
          </a:xfrm>
          <a:prstGeom prst="rect">
            <a:avLst/>
          </a:prstGeom>
        </p:spPr>
      </p:pic>
      <p:grpSp>
        <p:nvGrpSpPr>
          <p:cNvPr id="4" name="Graphic 8">
            <a:extLst>
              <a:ext uri="{FF2B5EF4-FFF2-40B4-BE49-F238E27FC236}">
                <a16:creationId xmlns:a16="http://schemas.microsoft.com/office/drawing/2014/main" id="{D240381F-D431-6FBD-1BD4-B90BBD2F5331}"/>
              </a:ext>
            </a:extLst>
          </p:cNvPr>
          <p:cNvGrpSpPr/>
          <p:nvPr userDrawn="1"/>
        </p:nvGrpSpPr>
        <p:grpSpPr>
          <a:xfrm>
            <a:off x="10169913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2126EE8A-3BAE-0199-0098-43FF0694566B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C845378D-FD42-9D1E-B3E5-6856C0244909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1B4F03C-6425-086A-B4A0-22FA153080A3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49E38D1-463D-4C64-CA19-58E01C037DDC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8F4C03AD-9A01-0F91-8CE4-6E2D45403784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127FF99-1099-4457-6014-133A0B2B3314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0636C64C-5C63-B92E-3F14-6BD8275DC6F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F210CBC-9EFA-8E8A-956F-90C41FFE7028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C72D9EBE-6044-B591-406D-781CDFE07903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D642E36F-CA65-D7DC-71EB-5C5EBBD4CEC1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9EF31A7-C6D1-D919-812E-4103196A5CDE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DADBD257-43D0-4CDA-4A5A-3CDA7BF6740C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B5BFAD0C-7AD2-00F4-4919-505C12E2501B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AE52F78E-16F0-DF94-70DA-D5582B097064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9C32BCE4-0107-EF3E-0450-AA6CBFDD165A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49F81FA8-AAC7-6F89-E33E-0311B404D828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A01788C-E05D-6DA1-6A16-F0654896083D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DB1CA306-CB93-3B83-69A3-BF09A3F8EDB4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89196C2B-5506-6430-A14E-6A9FF840E3A0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0038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cf-close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cloud computing system&#10;&#10;AI-generated content may be incorrect.">
            <a:extLst>
              <a:ext uri="{FF2B5EF4-FFF2-40B4-BE49-F238E27FC236}">
                <a16:creationId xmlns:a16="http://schemas.microsoft.com/office/drawing/2014/main" id="{D5B6D3D3-656A-E2AE-0E8D-85964108B2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0825" y="0"/>
            <a:ext cx="68580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663E1E2-33E8-E1CE-2C1C-C00429E45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66" y="570134"/>
            <a:ext cx="2857719" cy="562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99F36B-0C50-2222-827C-116C6403C43F}"/>
              </a:ext>
            </a:extLst>
          </p:cNvPr>
          <p:cNvSpPr txBox="1"/>
          <p:nvPr userDrawn="1"/>
        </p:nvSpPr>
        <p:spPr>
          <a:xfrm>
            <a:off x="612593" y="3730021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6" name="Graphic 8">
            <a:extLst>
              <a:ext uri="{FF2B5EF4-FFF2-40B4-BE49-F238E27FC236}">
                <a16:creationId xmlns:a16="http://schemas.microsoft.com/office/drawing/2014/main" id="{0E509A79-F6D5-B06C-958E-E5AC3C46A63D}"/>
              </a:ext>
            </a:extLst>
          </p:cNvPr>
          <p:cNvGrpSpPr/>
          <p:nvPr userDrawn="1"/>
        </p:nvGrpSpPr>
        <p:grpSpPr>
          <a:xfrm>
            <a:off x="10169913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AE2275C1-A234-6DD2-C47A-488F2A0C5DA4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431CE114-F3E9-E98A-4BA4-0516F542A3B4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04CA1A03-77AA-780C-B68C-660F5BE34849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E977FFEE-E440-16F9-70F1-AF4A6B54B5E6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D1ED6AF7-ED02-66B3-EC40-7F0E29353BD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C4E3B68D-CA96-AC9D-0CE3-1DC359FC4FE1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1E4C566D-E2F2-8C83-D974-455EBFEF2C88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D46FE9B7-AFAF-8AE9-BCAC-32C7050AA675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AFD97213-6487-8766-F754-42FD7EAF5EDE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D9C10BB5-50E6-63AC-9025-257334522483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212E531C-C28B-20F7-D4D0-A118CF3F0A39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8">
              <a:extLst>
                <a:ext uri="{FF2B5EF4-FFF2-40B4-BE49-F238E27FC236}">
                  <a16:creationId xmlns:a16="http://schemas.microsoft.com/office/drawing/2014/main" id="{CEA5CC23-5057-2830-8024-F07AC496D337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4B25CB1A-60DF-B7A7-9480-4C3711052CA3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D52DF86-E0EF-1071-BA38-4713BDFCE640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55C11E2-D041-6BE5-4E9B-09F93712BADA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2CF69822-31CE-ADA8-C134-6B78BC3E1E8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0245EF83-A7DA-4288-6266-89EFA916B9AA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7329DD28-4D16-8B03-2869-6F43ABDB61E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38E7EA31-3D35-8902-97AE-4FD7D2938A7B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963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ck to edit title"/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/>
          <a:p>
            <a:r>
              <a:rPr lang="en-US" dirty="0"/>
              <a:t>Click to edit Master default content style</a:t>
            </a:r>
          </a:p>
        </p:txBody>
      </p:sp>
      <p:sp>
        <p:nvSpPr>
          <p:cNvPr id="3" name="Click to edit content box"/>
          <p:cNvSpPr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8" name="Graphic 8">
            <a:extLst>
              <a:ext uri="{FF2B5EF4-FFF2-40B4-BE49-F238E27FC236}">
                <a16:creationId xmlns:a16="http://schemas.microsoft.com/office/drawing/2014/main" id="{D82EF380-0C1A-9923-E1BB-4A4A82A50052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9" name="Graphic 8">
              <a:extLst>
                <a:ext uri="{FF2B5EF4-FFF2-40B4-BE49-F238E27FC236}">
                  <a16:creationId xmlns:a16="http://schemas.microsoft.com/office/drawing/2014/main" id="{54FAF84D-171B-0C10-ED68-71DF0155B5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3FA24438-4158-EA0B-DE4E-8015E1E32AD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26BB840E-D68F-76E7-7DA9-BF6B79D252BE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59510B1D-6A5F-3EF5-3680-B51E20570E6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E2502CCC-DB03-C01E-2299-92CA9168461F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6A128EB-98F4-7BC5-3A7C-1938363F3CAF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677180F-AD7B-87CD-0633-18DC1BE313BF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11FB90A8-4445-04B0-1766-E758C4EED92E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E758F9E-2750-6183-E9D2-FF433D17AAD5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24B84BC6-1055-8C5E-535B-75A833A8799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CFE27250-866A-DEF8-25F4-955344428C4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0" name="Graphic 8">
              <a:extLst>
                <a:ext uri="{FF2B5EF4-FFF2-40B4-BE49-F238E27FC236}">
                  <a16:creationId xmlns:a16="http://schemas.microsoft.com/office/drawing/2014/main" id="{105759BC-89FC-99DA-EED4-D1E8B30B32A4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512BB0ED-CA6C-C9CB-ACAD-1C325B73274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C8889F5C-7017-F0AD-A292-0E3EA56F8524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47F206F2-6C2D-0598-8600-BCAF57BB1FE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A9925AE1-2698-ECBF-CB8C-C2FA61B1948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218BC9EB-B196-3184-73E5-DDF213272F2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B3E0CCF2-026F-7198-71FE-EEC15EFDC578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EF4B9FAC-CA66-86DF-4447-1C97FD11917C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9" name="Graphic 7">
            <a:extLst>
              <a:ext uri="{FF2B5EF4-FFF2-40B4-BE49-F238E27FC236}">
                <a16:creationId xmlns:a16="http://schemas.microsoft.com/office/drawing/2014/main" id="{4347DF9D-10B3-D013-C54B-0CEA1344F18E}"/>
              </a:ext>
            </a:extLst>
          </p:cNvPr>
          <p:cNvSpPr/>
          <p:nvPr/>
        </p:nvSpPr>
        <p:spPr>
          <a:xfrm>
            <a:off x="0" y="0"/>
            <a:ext cx="12188825" cy="74871"/>
          </a:xfrm>
          <a:custGeom>
            <a:avLst/>
            <a:gdLst>
              <a:gd name="connsiteX0" fmla="*/ 0 w 12185715"/>
              <a:gd name="connsiteY0" fmla="*/ 0 h 74871"/>
              <a:gd name="connsiteX1" fmla="*/ 12185716 w 12185715"/>
              <a:gd name="connsiteY1" fmla="*/ 0 h 74871"/>
              <a:gd name="connsiteX2" fmla="*/ 12185716 w 12185715"/>
              <a:gd name="connsiteY2" fmla="*/ 74871 h 74871"/>
              <a:gd name="connsiteX3" fmla="*/ 0 w 12185715"/>
              <a:gd name="connsiteY3" fmla="*/ 74871 h 7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5715" h="74871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97138-A018-1FCE-9C69-099B94E017A6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398740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6" r:id="rId1"/>
    <p:sldLayoutId id="2147484246" r:id="rId2"/>
    <p:sldLayoutId id="2147484199" r:id="rId3"/>
    <p:sldLayoutId id="2147484200" r:id="rId4"/>
    <p:sldLayoutId id="2147484201" r:id="rId5"/>
    <p:sldLayoutId id="2147484202" r:id="rId6"/>
    <p:sldLayoutId id="2147484203" r:id="rId7"/>
    <p:sldLayoutId id="2147484204" r:id="rId8"/>
    <p:sldLayoutId id="2147484205" r:id="rId9"/>
    <p:sldLayoutId id="2147484206" r:id="rId10"/>
    <p:sldLayoutId id="2147484207" r:id="rId11"/>
    <p:sldLayoutId id="2147484208" r:id="rId12"/>
    <p:sldLayoutId id="2147484209" r:id="rId13"/>
    <p:sldLayoutId id="2147484210" r:id="rId14"/>
    <p:sldLayoutId id="2147484211" r:id="rId15"/>
    <p:sldLayoutId id="2147484212" r:id="rId16"/>
    <p:sldLayoutId id="2147484213" r:id="rId17"/>
    <p:sldLayoutId id="2147484214" r:id="rId18"/>
    <p:sldLayoutId id="2147484215" r:id="rId19"/>
    <p:sldLayoutId id="2147484216" r:id="rId20"/>
    <p:sldLayoutId id="2147484217" r:id="rId21"/>
    <p:sldLayoutId id="2147484218" r:id="rId22"/>
    <p:sldLayoutId id="2147484219" r:id="rId23"/>
    <p:sldLayoutId id="2147484220" r:id="rId24"/>
    <p:sldLayoutId id="2147484221" r:id="rId25"/>
    <p:sldLayoutId id="2147484222" r:id="rId26"/>
    <p:sldLayoutId id="2147484223" r:id="rId27"/>
    <p:sldLayoutId id="2147484224" r:id="rId28"/>
    <p:sldLayoutId id="2147484225" r:id="rId29"/>
    <p:sldLayoutId id="2147484226" r:id="rId30"/>
    <p:sldLayoutId id="2147484227" r:id="rId31"/>
    <p:sldLayoutId id="2147484228" r:id="rId32"/>
    <p:sldLayoutId id="2147484229" r:id="rId33"/>
    <p:sldLayoutId id="2147484230" r:id="rId34"/>
    <p:sldLayoutId id="2147484231" r:id="rId35"/>
    <p:sldLayoutId id="2147484232" r:id="rId36"/>
    <p:sldLayoutId id="2147484233" r:id="rId37"/>
    <p:sldLayoutId id="2147484234" r:id="rId38"/>
    <p:sldLayoutId id="2147484235" r:id="rId39"/>
    <p:sldLayoutId id="2147484245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453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Camphor Std" panose="020B0504030404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9963" indent="-1666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3811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Camphor Std" panose="020B0504030404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58888" indent="-11112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7953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System Font Regular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5098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2243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System Font Regular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6B0434-36B9-6D1D-F3B5-818B16CE1AF7}"/>
              </a:ext>
            </a:extLst>
          </p:cNvPr>
          <p:cNvSpPr/>
          <p:nvPr/>
        </p:nvSpPr>
        <p:spPr bwMode="gray">
          <a:xfrm>
            <a:off x="486687" y="2794260"/>
            <a:ext cx="1761991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dc=myfrlab,dc=com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87CFD-1E88-9607-EFDD-FE9938FA019F}"/>
              </a:ext>
            </a:extLst>
          </p:cNvPr>
          <p:cNvSpPr/>
          <p:nvPr/>
        </p:nvSpPr>
        <p:spPr bwMode="gray">
          <a:xfrm>
            <a:off x="2589186" y="1854840"/>
            <a:ext cx="1021761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ou=people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2DCFC7-3663-41AE-196B-D06E338A9DC2}"/>
              </a:ext>
            </a:extLst>
          </p:cNvPr>
          <p:cNvSpPr/>
          <p:nvPr/>
        </p:nvSpPr>
        <p:spPr bwMode="gray">
          <a:xfrm>
            <a:off x="4559920" y="1152925"/>
            <a:ext cx="1021761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cn=admin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A547A8-7721-5CA9-D955-9FCD0D7BE599}"/>
              </a:ext>
            </a:extLst>
          </p:cNvPr>
          <p:cNvSpPr/>
          <p:nvPr/>
        </p:nvSpPr>
        <p:spPr bwMode="gray">
          <a:xfrm>
            <a:off x="2589185" y="3738766"/>
            <a:ext cx="1339003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ou=groups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D36DFBF-C0F1-1DAB-FC48-3CEE923BCE26}"/>
              </a:ext>
            </a:extLst>
          </p:cNvPr>
          <p:cNvCxnSpPr/>
          <p:nvPr/>
        </p:nvCxnSpPr>
        <p:spPr bwMode="gray">
          <a:xfrm flipV="1">
            <a:off x="2043404" y="2202024"/>
            <a:ext cx="545781" cy="494523"/>
          </a:xfrm>
          <a:prstGeom prst="line">
            <a:avLst/>
          </a:prstGeom>
          <a:ln w="127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DB8E43-6250-AE41-BA71-572EE1451EDF}"/>
              </a:ext>
            </a:extLst>
          </p:cNvPr>
          <p:cNvCxnSpPr>
            <a:cxnSpLocks/>
          </p:cNvCxnSpPr>
          <p:nvPr/>
        </p:nvCxnSpPr>
        <p:spPr bwMode="gray">
          <a:xfrm flipV="1">
            <a:off x="3750776" y="1365237"/>
            <a:ext cx="800818" cy="265715"/>
          </a:xfrm>
          <a:prstGeom prst="line">
            <a:avLst/>
          </a:prstGeom>
          <a:ln w="127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D333EF9-EA8E-21DE-A38B-DA4882B70B41}"/>
              </a:ext>
            </a:extLst>
          </p:cNvPr>
          <p:cNvCxnSpPr>
            <a:cxnSpLocks/>
          </p:cNvCxnSpPr>
          <p:nvPr/>
        </p:nvCxnSpPr>
        <p:spPr bwMode="gray">
          <a:xfrm>
            <a:off x="2033266" y="3167118"/>
            <a:ext cx="555919" cy="617490"/>
          </a:xfrm>
          <a:prstGeom prst="line">
            <a:avLst/>
          </a:prstGeom>
          <a:ln w="127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6AE8DBA-68C0-EE56-EFBD-B9F588999F66}"/>
              </a:ext>
            </a:extLst>
          </p:cNvPr>
          <p:cNvSpPr/>
          <p:nvPr/>
        </p:nvSpPr>
        <p:spPr bwMode="gray">
          <a:xfrm>
            <a:off x="4565614" y="2070367"/>
            <a:ext cx="1668410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 orgFR-admin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8677B0-5003-1B3C-8821-9C5FFF80822D}"/>
              </a:ext>
            </a:extLst>
          </p:cNvPr>
          <p:cNvCxnSpPr>
            <a:cxnSpLocks/>
            <a:endCxn id="2" idx="1"/>
          </p:cNvCxnSpPr>
          <p:nvPr/>
        </p:nvCxnSpPr>
        <p:spPr bwMode="gray">
          <a:xfrm>
            <a:off x="3705011" y="2026533"/>
            <a:ext cx="860603" cy="183401"/>
          </a:xfrm>
          <a:prstGeom prst="line">
            <a:avLst/>
          </a:prstGeom>
          <a:ln w="127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3A0847E-BF25-BBC3-9C08-2489953EA208}"/>
              </a:ext>
            </a:extLst>
          </p:cNvPr>
          <p:cNvSpPr/>
          <p:nvPr/>
        </p:nvSpPr>
        <p:spPr bwMode="gray">
          <a:xfrm>
            <a:off x="4579716" y="3922166"/>
            <a:ext cx="2071250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cn=orgFR-admin</a:t>
            </a:r>
            <a:r>
              <a:rPr lang="en-US" sz="1400">
                <a:solidFill>
                  <a:srgbClr val="FF0000"/>
                </a:solidFill>
              </a:rPr>
              <a:t>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D678F4-1039-1850-BD6D-AF4F6A595466}"/>
              </a:ext>
            </a:extLst>
          </p:cNvPr>
          <p:cNvCxnSpPr>
            <a:cxnSpLocks/>
            <a:endCxn id="4" idx="1"/>
          </p:cNvCxnSpPr>
          <p:nvPr/>
        </p:nvCxnSpPr>
        <p:spPr bwMode="gray">
          <a:xfrm>
            <a:off x="3662488" y="3922166"/>
            <a:ext cx="917228" cy="139567"/>
          </a:xfrm>
          <a:prstGeom prst="line">
            <a:avLst/>
          </a:prstGeom>
          <a:ln w="127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CB0E41-3E0E-B173-85A0-0AF1DC1C748E}"/>
              </a:ext>
            </a:extLst>
          </p:cNvPr>
          <p:cNvCxnSpPr>
            <a:cxnSpLocks/>
            <a:endCxn id="16" idx="1"/>
          </p:cNvCxnSpPr>
          <p:nvPr/>
        </p:nvCxnSpPr>
        <p:spPr bwMode="gray">
          <a:xfrm>
            <a:off x="3662488" y="3991531"/>
            <a:ext cx="934872" cy="349335"/>
          </a:xfrm>
          <a:prstGeom prst="line">
            <a:avLst/>
          </a:prstGeom>
          <a:ln w="127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1FAC9E0-4A3B-05B2-245B-33C7C8FA9736}"/>
              </a:ext>
            </a:extLst>
          </p:cNvPr>
          <p:cNvSpPr/>
          <p:nvPr/>
        </p:nvSpPr>
        <p:spPr bwMode="gray">
          <a:xfrm>
            <a:off x="4597360" y="4201299"/>
            <a:ext cx="1855198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cn=orgUS-admin</a:t>
            </a:r>
            <a:r>
              <a:rPr lang="en-US" sz="1400">
                <a:solidFill>
                  <a:srgbClr val="FF0000"/>
                </a:solidFill>
              </a:rPr>
              <a:t>s</a:t>
            </a:r>
            <a:endParaRPr 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A2CFE6-8195-6B20-E20A-28B9E6C6984C}"/>
              </a:ext>
            </a:extLst>
          </p:cNvPr>
          <p:cNvSpPr/>
          <p:nvPr/>
        </p:nvSpPr>
        <p:spPr bwMode="gray">
          <a:xfrm>
            <a:off x="4559921" y="2398261"/>
            <a:ext cx="1668410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 orgUS-admin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C461F5-DD53-1379-23B4-DBAC15BDE7EE}"/>
              </a:ext>
            </a:extLst>
          </p:cNvPr>
          <p:cNvCxnSpPr>
            <a:cxnSpLocks/>
            <a:endCxn id="17" idx="1"/>
          </p:cNvCxnSpPr>
          <p:nvPr/>
        </p:nvCxnSpPr>
        <p:spPr bwMode="gray">
          <a:xfrm>
            <a:off x="3764796" y="2165723"/>
            <a:ext cx="795125" cy="372105"/>
          </a:xfrm>
          <a:prstGeom prst="line">
            <a:avLst/>
          </a:prstGeom>
          <a:ln w="127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B6FB3DA-A48A-81B2-11D3-12752809FD7B}"/>
              </a:ext>
            </a:extLst>
          </p:cNvPr>
          <p:cNvSpPr/>
          <p:nvPr/>
        </p:nvSpPr>
        <p:spPr bwMode="gray">
          <a:xfrm>
            <a:off x="4559920" y="2757096"/>
            <a:ext cx="1668410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 orgCH-admin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9283235-2E4C-264C-7D0E-F5E59F91EC2B}"/>
              </a:ext>
            </a:extLst>
          </p:cNvPr>
          <p:cNvCxnSpPr>
            <a:cxnSpLocks/>
            <a:endCxn id="6" idx="1"/>
          </p:cNvCxnSpPr>
          <p:nvPr/>
        </p:nvCxnSpPr>
        <p:spPr bwMode="gray">
          <a:xfrm>
            <a:off x="3759103" y="2348420"/>
            <a:ext cx="800817" cy="548243"/>
          </a:xfrm>
          <a:prstGeom prst="line">
            <a:avLst/>
          </a:prstGeom>
          <a:ln w="127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67D494-6658-DF81-C8BA-5187B1735C28}"/>
              </a:ext>
            </a:extLst>
          </p:cNvPr>
          <p:cNvCxnSpPr>
            <a:cxnSpLocks/>
            <a:endCxn id="23" idx="1"/>
          </p:cNvCxnSpPr>
          <p:nvPr/>
        </p:nvCxnSpPr>
        <p:spPr bwMode="gray">
          <a:xfrm>
            <a:off x="3705011" y="4088250"/>
            <a:ext cx="892349" cy="523584"/>
          </a:xfrm>
          <a:prstGeom prst="line">
            <a:avLst/>
          </a:prstGeom>
          <a:ln w="127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9B4608F-9B1B-82D8-9F3F-B61A98812EDD}"/>
              </a:ext>
            </a:extLst>
          </p:cNvPr>
          <p:cNvSpPr/>
          <p:nvPr/>
        </p:nvSpPr>
        <p:spPr bwMode="gray">
          <a:xfrm>
            <a:off x="4597360" y="4472267"/>
            <a:ext cx="1699923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cn=orgCH-admin</a:t>
            </a:r>
            <a:r>
              <a:rPr lang="en-US" sz="1400">
                <a:solidFill>
                  <a:srgbClr val="FF0000"/>
                </a:solidFill>
              </a:rPr>
              <a:t>s</a:t>
            </a:r>
            <a:endParaRPr 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AA27E3-11D3-005F-0C58-441108184826}"/>
              </a:ext>
            </a:extLst>
          </p:cNvPr>
          <p:cNvSpPr/>
          <p:nvPr/>
        </p:nvSpPr>
        <p:spPr bwMode="gray">
          <a:xfrm>
            <a:off x="7469599" y="3921495"/>
            <a:ext cx="2071250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cn=orgFR-user</a:t>
            </a:r>
            <a:r>
              <a:rPr lang="en-US" sz="140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75455F-97CA-11E0-F43C-41636811CF1B}"/>
              </a:ext>
            </a:extLst>
          </p:cNvPr>
          <p:cNvSpPr/>
          <p:nvPr/>
        </p:nvSpPr>
        <p:spPr bwMode="gray">
          <a:xfrm>
            <a:off x="7487243" y="4200628"/>
            <a:ext cx="1855198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cn=orgUS-user</a:t>
            </a:r>
            <a:r>
              <a:rPr lang="en-US" sz="140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281B7D-8A66-1983-737E-E8609AEC1AA9}"/>
              </a:ext>
            </a:extLst>
          </p:cNvPr>
          <p:cNvSpPr/>
          <p:nvPr/>
        </p:nvSpPr>
        <p:spPr bwMode="gray">
          <a:xfrm>
            <a:off x="7487243" y="4471596"/>
            <a:ext cx="1699923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cn=orgCH-user</a:t>
            </a:r>
            <a:r>
              <a:rPr lang="en-US" sz="1400">
                <a:solidFill>
                  <a:srgbClr val="FF0000"/>
                </a:solidFill>
              </a:rPr>
              <a:t>s</a:t>
            </a:r>
            <a:endParaRPr 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B97E71-1318-5764-C2E5-BB808BC01C11}"/>
              </a:ext>
            </a:extLst>
          </p:cNvPr>
          <p:cNvSpPr/>
          <p:nvPr/>
        </p:nvSpPr>
        <p:spPr bwMode="gray">
          <a:xfrm>
            <a:off x="6389298" y="2058746"/>
            <a:ext cx="2071250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cn=orgFR-</a:t>
            </a:r>
            <a:r>
              <a:rPr lang="en-US" sz="1400" err="1">
                <a:solidFill>
                  <a:schemeClr val="tx1">
                    <a:lumMod val="50000"/>
                  </a:schemeClr>
                </a:solidFill>
              </a:rPr>
              <a:t>pierre</a:t>
            </a:r>
            <a:endParaRPr lang="en-US" sz="1400">
              <a:solidFill>
                <a:srgbClr val="0070C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55F079-66E4-10E3-83E2-AD20F2272EF2}"/>
              </a:ext>
            </a:extLst>
          </p:cNvPr>
          <p:cNvSpPr/>
          <p:nvPr/>
        </p:nvSpPr>
        <p:spPr bwMode="gray">
          <a:xfrm>
            <a:off x="6406942" y="2398261"/>
            <a:ext cx="1855198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cn=orgUS-</a:t>
            </a:r>
            <a:r>
              <a:rPr lang="en-US" sz="1400" err="1">
                <a:solidFill>
                  <a:schemeClr val="tx1">
                    <a:lumMod val="50000"/>
                  </a:schemeClr>
                </a:solidFill>
              </a:rPr>
              <a:t>ryan</a:t>
            </a:r>
            <a:endParaRPr lang="en-US" sz="1400">
              <a:solidFill>
                <a:srgbClr val="0070C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6F07B6-3C76-1B52-4129-5A1E6A20178F}"/>
              </a:ext>
            </a:extLst>
          </p:cNvPr>
          <p:cNvSpPr/>
          <p:nvPr/>
        </p:nvSpPr>
        <p:spPr bwMode="gray">
          <a:xfrm>
            <a:off x="6406942" y="2757095"/>
            <a:ext cx="1699923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</a:t>
            </a:r>
            <a:r>
              <a:rPr lang="en-US" sz="1400" err="1">
                <a:solidFill>
                  <a:schemeClr val="tx1">
                    <a:lumMod val="50000"/>
                  </a:schemeClr>
                </a:solidFill>
              </a:rPr>
              <a:t>orgCH-chen</a:t>
            </a:r>
            <a:endParaRPr lang="en-US" sz="1400">
              <a:solidFill>
                <a:srgbClr val="0070C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C3602D3-7E09-5477-43FC-BFBA2E3FC11B}"/>
              </a:ext>
            </a:extLst>
          </p:cNvPr>
          <p:cNvSpPr/>
          <p:nvPr/>
        </p:nvSpPr>
        <p:spPr bwMode="gray">
          <a:xfrm>
            <a:off x="8385859" y="2070367"/>
            <a:ext cx="1509929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</a:t>
            </a:r>
            <a:r>
              <a:rPr lang="en-US" sz="1400" err="1">
                <a:solidFill>
                  <a:schemeClr val="tx1">
                    <a:lumMod val="50000"/>
                  </a:schemeClr>
                </a:solidFill>
              </a:rPr>
              <a:t>orgFR-paul</a:t>
            </a:r>
            <a:endParaRPr lang="en-US" sz="1400">
              <a:solidFill>
                <a:srgbClr val="0070C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25AF0F8-C068-427E-F92C-1C2B29226714}"/>
              </a:ext>
            </a:extLst>
          </p:cNvPr>
          <p:cNvSpPr/>
          <p:nvPr/>
        </p:nvSpPr>
        <p:spPr bwMode="gray">
          <a:xfrm>
            <a:off x="8403503" y="2409882"/>
            <a:ext cx="1422358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</a:t>
            </a:r>
            <a:r>
              <a:rPr lang="en-US" sz="1400" err="1">
                <a:solidFill>
                  <a:schemeClr val="tx1">
                    <a:lumMod val="50000"/>
                  </a:schemeClr>
                </a:solidFill>
              </a:rPr>
              <a:t>orgUS</a:t>
            </a:r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-mike</a:t>
            </a:r>
            <a:endParaRPr lang="en-US" sz="1400">
              <a:solidFill>
                <a:srgbClr val="0070C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3112BF-F93B-9ED6-152B-CA0368539B3F}"/>
              </a:ext>
            </a:extLst>
          </p:cNvPr>
          <p:cNvSpPr/>
          <p:nvPr/>
        </p:nvSpPr>
        <p:spPr bwMode="gray">
          <a:xfrm>
            <a:off x="8403503" y="2757094"/>
            <a:ext cx="1370225" cy="27913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>
                <a:solidFill>
                  <a:schemeClr val="tx1">
                    <a:lumMod val="50000"/>
                  </a:schemeClr>
                </a:solidFill>
              </a:rPr>
              <a:t>cn=orgCH-</a:t>
            </a:r>
            <a:r>
              <a:rPr lang="en-US" sz="1400" err="1">
                <a:solidFill>
                  <a:schemeClr val="tx1">
                    <a:lumMod val="50000"/>
                  </a:schemeClr>
                </a:solidFill>
              </a:rPr>
              <a:t>kim</a:t>
            </a:r>
            <a:endParaRPr lang="en-US" sz="1400">
              <a:solidFill>
                <a:srgbClr val="0070C0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AF15D01-C6F8-8F41-925D-3AC3AD67FC69}"/>
              </a:ext>
            </a:extLst>
          </p:cNvPr>
          <p:cNvSpPr/>
          <p:nvPr/>
        </p:nvSpPr>
        <p:spPr bwMode="gray">
          <a:xfrm>
            <a:off x="6389298" y="2026533"/>
            <a:ext cx="3384430" cy="334588"/>
          </a:xfrm>
          <a:prstGeom prst="roundRect">
            <a:avLst/>
          </a:prstGeom>
          <a:noFill/>
          <a:ln w="25400">
            <a:solidFill>
              <a:srgbClr val="61A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5EB55F6A-6A94-0260-6313-35F6CC8874FF}"/>
              </a:ext>
            </a:extLst>
          </p:cNvPr>
          <p:cNvSpPr/>
          <p:nvPr/>
        </p:nvSpPr>
        <p:spPr bwMode="gray">
          <a:xfrm rot="5696231">
            <a:off x="7770948" y="1825553"/>
            <a:ext cx="2153190" cy="2335120"/>
          </a:xfrm>
          <a:prstGeom prst="arc">
            <a:avLst>
              <a:gd name="adj1" fmla="val 13897547"/>
              <a:gd name="adj2" fmla="val 21186059"/>
            </a:avLst>
          </a:prstGeom>
          <a:ln w="12700">
            <a:solidFill>
              <a:srgbClr val="23800A"/>
            </a:solidFill>
            <a:prstDash val="sysDash"/>
            <a:miter lim="800000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083B32B-4029-3A33-E688-21E4EF6599A7}"/>
              </a:ext>
            </a:extLst>
          </p:cNvPr>
          <p:cNvSpPr/>
          <p:nvPr/>
        </p:nvSpPr>
        <p:spPr bwMode="gray">
          <a:xfrm>
            <a:off x="6389298" y="2410885"/>
            <a:ext cx="3384430" cy="334588"/>
          </a:xfrm>
          <a:prstGeom prst="roundRect">
            <a:avLst/>
          </a:prstGeom>
          <a:noFill/>
          <a:ln w="25400">
            <a:solidFill>
              <a:srgbClr val="E6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8B10555-D6FD-5141-C50F-AF92CF88E887}"/>
              </a:ext>
            </a:extLst>
          </p:cNvPr>
          <p:cNvSpPr/>
          <p:nvPr/>
        </p:nvSpPr>
        <p:spPr bwMode="gray">
          <a:xfrm rot="5696231">
            <a:off x="7823081" y="2090289"/>
            <a:ext cx="2153190" cy="2335120"/>
          </a:xfrm>
          <a:prstGeom prst="arc">
            <a:avLst>
              <a:gd name="adj1" fmla="val 13897547"/>
              <a:gd name="adj2" fmla="val 21186059"/>
            </a:avLst>
          </a:prstGeom>
          <a:ln w="12700">
            <a:solidFill>
              <a:srgbClr val="E68C28"/>
            </a:solidFill>
            <a:prstDash val="sysDash"/>
            <a:miter lim="800000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3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VMware">
  <a:themeElements>
    <a:clrScheme name="Custom 3">
      <a:dk1>
        <a:srgbClr val="000000"/>
      </a:dk1>
      <a:lt1>
        <a:srgbClr val="FFFFFF"/>
      </a:lt1>
      <a:dk2>
        <a:srgbClr val="1B1D36"/>
      </a:dk2>
      <a:lt2>
        <a:srgbClr val="EEEEEE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98C7"/>
      </a:hlink>
      <a:folHlink>
        <a:srgbClr val="6C4B9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>
          <a:solidFill>
            <a:srgbClr val="61A60E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1">
                <a:lumMod val="50000"/>
              </a:schemeClr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gray">
        <a:ln w="25400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ctr">
          <a:defRPr sz="900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Orange">
      <a:srgbClr val="E68C28"/>
    </a:custClr>
    <a:custClr name="Red">
      <a:srgbClr val="CC092F"/>
    </a:custClr>
    <a:custClr name="Light Grey">
      <a:srgbClr val="E2E3E4"/>
    </a:custClr>
    <a:custClr name="Cool Grey 7">
      <a:srgbClr val="97999B"/>
    </a:custClr>
    <a:custClr name="Dark Grey">
      <a:srgbClr val="53565A"/>
    </a:custClr>
    <a:custClr name="2nd Green">
      <a:srgbClr val="23800A"/>
    </a:custClr>
    <a:custClr name="2nd Blue">
      <a:srgbClr val="007DA3"/>
    </a:custClr>
    <a:custClr name="187 Red">
      <a:srgbClr val="A6192E"/>
    </a:custClr>
  </a:custClrLst>
  <a:extLst>
    <a:ext uri="{05A4C25C-085E-4340-85A3-A5531E510DB2}">
      <thm15:themeFamily xmlns:thm15="http://schemas.microsoft.com/office/thememl/2012/main" name="vcf-ppt-template-light-arial-2025" id="{50620B9A-9CEF-AA49-83F7-E33E3BCEFCBE}" vid="{3147FA1C-9CD0-6A4D-8E3A-4D911061B5A5}"/>
    </a:ext>
  </a:extLst>
</a:theme>
</file>

<file path=ppt/theme/theme2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d4d772-b3f2-47fc-9a2d-2126f9957ae8">
      <Terms xmlns="http://schemas.microsoft.com/office/infopath/2007/PartnerControls"/>
    </lcf76f155ced4ddcb4097134ff3c332f>
    <TaxCatchAll xmlns="d345b56e-75a0-4ca8-9b4b-110cb999efd5" xsi:nil="true"/>
    <SharedWithUsers xmlns="d345b56e-75a0-4ca8-9b4b-110cb999efd5">
      <UserInfo>
        <DisplayName>Juanly Cabrera</DisplayName>
        <AccountId>17</AccountId>
        <AccountType/>
      </UserInfo>
      <UserInfo>
        <DisplayName>Andre Fernandes</DisplayName>
        <AccountId>20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3F91C0C4ECEE479555FEA4A4EB2B48" ma:contentTypeVersion="15" ma:contentTypeDescription="Create a new document." ma:contentTypeScope="" ma:versionID="c6a87b1e4bc033b72f454e04dac54d88">
  <xsd:schema xmlns:xsd="http://www.w3.org/2001/XMLSchema" xmlns:xs="http://www.w3.org/2001/XMLSchema" xmlns:p="http://schemas.microsoft.com/office/2006/metadata/properties" xmlns:ns2="34d4d772-b3f2-47fc-9a2d-2126f9957ae8" xmlns:ns3="d345b56e-75a0-4ca8-9b4b-110cb999efd5" targetNamespace="http://schemas.microsoft.com/office/2006/metadata/properties" ma:root="true" ma:fieldsID="6eb14a52ad1190b1f78ecaeae027f828" ns2:_="" ns3:_="">
    <xsd:import namespace="34d4d772-b3f2-47fc-9a2d-2126f9957ae8"/>
    <xsd:import namespace="d345b56e-75a0-4ca8-9b4b-110cb999ef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d4d772-b3f2-47fc-9a2d-2126f9957a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2db59af-f8a6-47a7-a7a2-8d3f5d7884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45b56e-75a0-4ca8-9b4b-110cb999ef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e60bf06-978e-4056-b583-56563198eef8}" ma:internalName="TaxCatchAll" ma:showField="CatchAllData" ma:web="d345b56e-75a0-4ca8-9b4b-110cb999ef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634573-F7D8-4ECC-B5FF-91D1E5D2E650}">
  <ds:schemaRefs>
    <ds:schemaRef ds:uri="http://schemas.openxmlformats.org/package/2006/metadata/core-properties"/>
    <ds:schemaRef ds:uri="34d4d772-b3f2-47fc-9a2d-2126f9957ae8"/>
    <ds:schemaRef ds:uri="http://schemas.microsoft.com/office/2006/metadata/properties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d345b56e-75a0-4ca8-9b4b-110cb999efd5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8FF4D8F-9B19-4DA8-8A71-562BBA95DC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d4d772-b3f2-47fc-9a2d-2126f9957ae8"/>
    <ds:schemaRef ds:uri="d345b56e-75a0-4ca8-9b4b-110cb999ef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D99180-4DF7-4231-B572-5E5D5B192D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2025 - Copy</Template>
  <TotalTime>601</TotalTime>
  <Words>61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Camphor Std</vt:lpstr>
      <vt:lpstr>Metropolis</vt:lpstr>
      <vt:lpstr>Metropolis-Regular</vt:lpstr>
      <vt:lpstr>Open Sans</vt:lpstr>
      <vt:lpstr>System Font Regular</vt:lpstr>
      <vt:lpstr>VMware</vt:lpstr>
      <vt:lpstr>PowerPoint Presentation</vt:lpstr>
    </vt:vector>
  </TitlesOfParts>
  <Company>VMware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Hugla</dc:creator>
  <cp:keywords>VMware</cp:keywords>
  <cp:lastModifiedBy>Alexandre Hugla</cp:lastModifiedBy>
  <cp:revision>80</cp:revision>
  <dcterms:created xsi:type="dcterms:W3CDTF">2025-10-09T13:33:58Z</dcterms:created>
  <dcterms:modified xsi:type="dcterms:W3CDTF">2025-11-20T15:59:58Z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0x0101008B3F91C0C4ECEE479555FEA4A4EB2B48</vt:lpwstr>
  </property>
  <property fmtid="{D5CDD505-2E9C-101B-9397-08002B2CF9AE}" pid="3" name="MediaServiceImageTags">
    <vt:lpwstr/>
  </property>
</Properties>
</file>